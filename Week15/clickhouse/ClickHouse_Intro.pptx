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ClickHouse -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High-Performance Column-Oriented SQL Database for OLAP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ClickHouse?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ClickHouse is a high-performance, column-oriented SQL database management system (DBMS) for online analytical processing (OLAP).</a:t>
            </a:r>
          </a:p>
          <a:p/>
          <a:p>
            <a:r>
              <a:t>Available as both open-source software and cloud offering.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(OLAP) refers to SQL queries with complex calculations (aggregations, string processing, arithmetic) over massive datasets.</a:t>
            </a:r>
          </a:p>
          <a:p/>
          <a:p>
            <a:r>
              <a:t>Unlike OLTP (transactional queries) that process just a few rows, analytics queries process billions/trillions of rows.</a:t>
            </a:r>
          </a:p>
          <a:p/>
          <a:p>
            <a:r>
              <a:t>Often needs to be 'real-time' - returning results in less than 1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Row-oriented vs Column-oriented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Row-oriented: Consecutive rows stored sequentially. Good for retrieving full rows.</a:t>
            </a:r>
          </a:p>
          <a:p/>
          <a:p>
            <a:r>
              <a:t>Column-oriented: Values of each column stored sequentially. Much faster for filters and aggregations.</a:t>
            </a:r>
          </a:p>
          <a:p/>
          <a:p>
            <a:r>
              <a:t>Example: Query over 100 million rows in 92 milliseconds - over 1 billion rows/second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Replication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ClickHouse uses asynchronous multi-master replication.</a:t>
            </a:r>
          </a:p>
          <a:p/>
          <a:p>
            <a:r>
              <a:t>Data is stored redundantly on multiple nodes.</a:t>
            </a:r>
          </a:p>
          <a:p/>
          <a:p>
            <a:r>
              <a:t>After being written to any replica, all remaining replicas retrieve their copy in background.</a:t>
            </a:r>
          </a:p>
          <a:p/>
          <a:p>
            <a:r>
              <a:t>Recovery after most failures is automatic or semi-automatic.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 - SQL-based user management</a:t>
            </a:r>
          </a:p>
          <a:p/>
          <a:p>
            <a:r>
              <a:t>SQL Support - ANSI SQL standard, GROUP BY, ORDER BY, JOIN, window functions</a:t>
            </a:r>
          </a:p>
          <a:p/>
          <a:p>
            <a:r>
              <a:t>Approximate Calculation - Trade accuracy for performance</a:t>
            </a:r>
          </a:p>
          <a:p/>
          <a:p>
            <a:r>
              <a:t>Adaptive Join Algorithms - Auto-selects best join strategy</a:t>
            </a:r>
          </a:p>
          <a:p/>
          <a:p>
            <a:r>
              <a:t>Superior Query Performance - Extremely fast analytical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