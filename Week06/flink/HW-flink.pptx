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09:56:10.29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19217 15824 4313,'0'0'1040,"0"0"-240,0 0-296,0 0-296,0 0-208,0 0-264,0 0-1120,144 5-3489</inkml:trace>
  <inkml:trace contextRef="#ctx0" brushRef="#br0" timeOffset="1">20280 15871 5153,'0'0'1376,"0"0"-559,0 0-409,0 0-320,0 0-88,0 0-937,177-80-3648</inkml:trace>
  <inkml:trace contextRef="#ctx0" brushRef="#br0" timeOffset="-251.772">18392 15343 1368,'0'0'4681,"0"0"-3729,0 0-135,0 0-401,0 0-288,0 0-72,0 0-56,72 127-352,-63-115 32,14-3-384,-6 2-593,2-5-399</inkml:trace>
  <inkml:trace contextRef="#ctx0" brushRef="#br0" timeOffset="264.945">21364 15443 4673,'0'0'864,"0"0"-384,0 0-192,0 0-144,0 0-144,0 0-264,0 0-1232</inkml:trace>
  <inkml:trace contextRef="#ctx0" brushRef="#br0" timeOffset="-47011.239">11484 3526 560,'0'0'1086,"0"0"-386,0 0-315,0 0-110,-3-8-51,-20-58 67,20 72 6378,-1 94-5779,14 462-161,-10 538-537,-39-607-63,17-293-72,14 380-16,-8 103-53,11-208 47,46-16 21,-6-230-39,2 44 44,-40 33-1433,-6-312 1658,18 3 1434,74 3-1414,1-3-1,-1-4 1,58-13-306,222-48 571,116 4-571,537-35 111,-214 84-123,-540 17 41,934 7-32,-668 30 3,-390-37 11,-1 6-1,0 6 0,-1 6 1,105 30-11,4 23-6,-239-71 54,-6-2-67,0 0 0,0 0 0,0-1-1,-1 1 1,1 0 0,0 0 0,0-1 0,0 1-1,0 0 1,0-1 0,-1 1 0,1 0 0,0-1-1,0 1 1,0 0 0,0-1 0,0 1 0,0 0-1,0-1 1,0 1 0,0 0 0,0-1 0,1 1-1,-1 0 1,0-1 0,0 1 0,0 0 0,0-1-1,0 1 1,1 0 0,-1-1 0,0 1 0,0 0-1,0 0 1,1-1 0,-1 1 0,0 0 0,0 0-1,1 0 1,-1-1 0,0 1 0,1 0 0,-1 0-1,0 0 1,0 0 0,1 0 0,-1 0 0,0-1-1,1 1 1,-1 0 0,0 0 0,1 0 0,-1 0-1,0 0 1,1 0 0,-1 0 0,0 0 0,1 0-1,-1 1 1,0-1 0,1 0 0,-1 0 0,0 0-1,1 0 1,-1 1 19,-11-32-2819,-15-12-4549</inkml:trace>
  <inkml:trace contextRef="#ctx0" brushRef="#br0" timeOffset="-45061.814">11599 3461 1488,'0'0'995,"0"0"-476,0 0 46,0 0 306,0 0 53,0 0-26,-6 0 10,1 0-1260,-14 0 3025,30 9-721,26 1-1835,0-1 0,1-2 0,0-2 0,0-1 0,0-2-1,0-1 1,12-3-117,-10 1 90,146-6 206,0-8-1,71-19-295,138-18 91,1 17 1,35 17-92,383 19 128,45 39-128,-296-23-147,-463-22 144,0-6 0,-1-3-1,0-5 1,2-5 3,173-31 102,87 15-227,332 6 125,630 33-148,-1134 12-153,27 37-141,-98 26 412,-113-67 64,-1 1-1,1-1 1,-2 1 0,1 1 0,-1-1 0,0 0 0,-1 1 0,0-1 0,0 1 0,-1 0 0,0 0 0,0 0 0,-1-1 0,0 2-34,1 4 33,19 972 418,-21-728-388,-22 340 256,25-340-195,19 111-124,41 178 16,50 150 23,-50-126 0,-27-313-32,61 220-7,-68-350 13,-18-65-7,-3 0 0,-2 1 1,-4 0-1,-3 14-6,2-3 19,-3-25-15,-2-1 0,-2 0 0,-3 0 1,-1-1-1,-3 0 0,-14 32-4,28-79 0,-11 23-392,-3-36-1907,6-27-3028</inkml:trace>
  <inkml:trace contextRef="#ctx0" brushRef="#br0" timeOffset="-43793.816">17089 8903 3921,'0'0'625,"0"0"-267,0 0-153,0 0-109,5-6-63,20-29 26,44 35 3802,150 10-2612,-141-12-986,681 2 768,-671-5-966,0-5 0,-1-3 0,0-4 0,51-18-65,-24 6 50,672-179 118,-702 185-173,2 4 1,0 4-1,1 4 0,0 3 1,20 4 4,184 1 63,-290 3-60,0 0 0,1 0 1,-1 0-1,0 0 1,0 0-1,0 0 0,1 0 1,-1 0-1,0 0 1,0-1-1,0 1 0,1-1 1,-1 1-1,0-1 1,0 1-1,0-1 1,0 1-1,0-1 0,0 0 1,0 0-1,0 1 1,0-1-1,-1 0 0,1 0 1,0 0-1,0 0 1,-1 0-1,1 0 0,-1 0 1,1 0-1,-1 0 1,1-1-1,-1 1 0,1 0 1,-1 0-1,0 0 1,0 0-1,0-1 0,0 1 1,0 0-1,0 0 1,0-1-1,0 1 1,0 0-1,0 0 0,-1 0 1,1 0-1,-1-1 1,1 1-1,-1 0-3,1-12 4,-3-79-1661,-14 42-1997</inkml:trace>
  <inkml:trace contextRef="#ctx0" brushRef="#br0" timeOffset="-42675.735">14620 2174 3945,'0'0'912,"0"0"-49,0 0-8,0 0-183,0 0-80,0 0-215,0-8-134,0-17 172,0 34 689,5 61-595,3-1-1,3 0 1,3 0-1,20 57-508,-5-14 211,63 278-258,-92-386-263,0 3-2675,0-7-959</inkml:trace>
  <inkml:trace contextRef="#ctx0" brushRef="#br0" timeOffset="-42386.59">14643 2760 5361,'0'0'1374,"0"0"-578,0 0 92,19-27-122,130-164-22,-75 117-566,4 3 1,2 3 0,14-4-179,-68 59-952,-39 35-1852,-17 14 888,-8 1-2397</inkml:trace>
  <inkml:trace contextRef="#ctx0" brushRef="#br0" timeOffset="-42127.519">14669 2642 1464,'0'0'2969,"0"0"-2177,0 0 208,0 0 57,0 0 79,220 30-232,-155-13-368,1-5-240,-4 6-40,-10 0-72,-9-1-64,-14-2 8,-6-3-96,-13-1-32,3-5-72,0-3-368,-3-3-1296,0 0-2433</inkml:trace>
  <inkml:trace contextRef="#ctx0" brushRef="#br0" timeOffset="-41310.74">15710 2460 6153,'0'0'1222,"0"0"-418,0 0-228,0 0-202,0 0-153,0 0-49,-24-2 88,-126-8 455,143 10-666,1 1 0,0 0 0,0 1 0,-1-1 0,1 1 0,0 0 1,0 1-1,1-1 0,-1 1 0,0 0 0,1 1 0,0-1 0,0 1 0,0 0 0,0 1 0,0-1 0,1 1 0,0 0 1,0 0-1,0 0 0,1 0 0,0 1 0,0-1 0,0 1 0,0 0 0,1 0 0,0 1-49,-4 8 33,2 0-1,-1 0 0,2 1 0,0-1 1,1 1-1,0 0 0,1-1 1,1 1-1,1 0 0,1 11-32,1-22-7,0-1-1,1 0 0,-1 1 1,1-1-1,0-1 0,0 1 1,0 0-1,0-1 0,1 0 1,-1 0-1,1 0 0,0-1 1,0 0-1,0 0 1,0 0-1,0 0 0,1-1 1,-1 1-1,0-2 0,1 1 1,-1 0-1,1-1 0,-1 0 1,0 0-1,1-1 0,-1 0 1,1 0-1,-1 0 0,0 0 1,0-1-1,1 0 0,-1 0 1,-1 0-1,2-1 8,8-6 9,-1 0-1,-1 0 0,0-1 1,0-1-1,-1 0 0,0-1 1,-1 0-1,0-1 0,-1 1 1,5-11-9,19-23-124,-32 45 124,-1 0 0,1 0 0,0 1-1,0-1 1,-1 0 0,1 1 0,0-1-1,0 0 1,0 1 0,0-1 0,0 1 0,0 0-1,0-1 1,0 1 0,0 0 0,0-1 0,0 1-1,0 0 1,0 0 0,0 0 0,0 0-1,1 0 1,-1 0 0,0 0 0,0 0 0,0 1-1,0-1 1,0 0 0,0 0 0,0 1 0,0-1-1,0 1 1,0-1 0,0 1 0,0 0 0,-1-1-1,1 1 1,0 0 0,0-1 0,0 1-1,-1 0 1,1 0 0,0 0 0,-1 0 0,1 0-1,-1 0 1,1 0 0,-1 0 0,0 0 0,1 0-1,-1 0 1,0 0 0,0 0 0,1 0-1,-1 0 1,0 0 0,0 0 0,0 0 0,0 0-1,-1 0 1,1 0 0,0 1 0,0-1 0,-1 0-1,1 0 1,0 0 0,-1 0 0,7 20 169,-2-8-153,1-1 1,0 0-1,0 0 1,1-1-1,1 1 0,0-1 1,0 0-1,1-1 1,1 0-1,-1 0 1,2-1-1,-1 0 0,1-1 1,1 0-1,-1 0 1,1-1-1,1-1 1,-1 1-1,5 0-16,-12-9 7,0 1-1,0-1 1,0 0-1,0 0 1,0 0-1,0 0 1,0-1 0,-1 0-1,0 1 1,1-1-1,-1-1 1,0 1-1,0 0 1,0-1 0,-1 1-1,1-1 1,-1 0-1,0 0 1,0 0 0,0 0-1,-1 0 1,0 0-1,1-1 1,-1 1-1,-1 0 1,1-1 0,-1 1-1,1-1 1,-1 1-1,-1-2-6,6-14 20,13-61 33,-4-2-1,-4 0 0,-3 0 1,-3-8-53,-3-151-124,-1 235 121,0 2 8,1 0 0,-1 0 0,0 0 0,0 0 0,-1 0 0,1 0 0,-1 0 1,0 0-1,-1 0 0,1 0 0,-1 0 0,0 1 0,0-1 0,0 0 0,-1 1 0,-1-3-5,3 7 6,0 0 0,0 0 0,0 0-1,1 0 1,-1 1 0,0-1-1,0 0 1,1 0 0,-1 0 0,0 1-1,0-1 1,1 0 0,-1 1 0,0-1-1,1 1 1,-1-1 0,1 1-1,-1-1 1,0 1 0,1-1 0,-1 1-1,1 0 1,0-1 0,-1 1 0,1 0-1,-1-1 1,1 1 0,0 0-1,-1-1 1,1 1 0,0 0 0,0 0-1,0-1 1,0 1 0,0 0 0,0 0-1,0 0 1,0-1 0,0 1-1,0 0 1,0 0 0,0-1 0,0 1-1,1 0 1,-1 0 0,0-1 0,1 1-1,-1 0 1,0 0 0,1-1-1,-1 1-5,0 3 30,-1 84 182,3 1 0,4-1 0,16 79-212,6 5 256,-8 2 0,-2 168-256,-17-334 21,1-1 0,-1 1-1,-1-1 1,1 1 0,-1-1 0,-1 1 0,1 0 0,-1-1-1,0 1 1,-1-1 0,0 1 0,0-1 0,-1 0 0,0 0-1,0 0 1,0 0 0,-1-1 0,0 1 0,-1-1-1,1 0 1,-1 0 0,0 0 0,-1-1 0,1 0 0,-1 0-1,0 0 1,0-1 0,-1 0 0,1 0 0,-1 0-1,-6 1-20,10-4-1,-1 0 0,1-1-1,-1 0 1,0 0-1,1 0 1,-1 0-1,1-1 1,-1 1-1,0-1 1,1 0-1,-1 0 1,1 0-1,0-1 1,-1 1-1,1-1 1,0 0-1,0 0 1,0 0 0,0 0-1,0 0 1,1-1-1,-1 1 1,1-1-1,-1 0 1,1 0-1,0 1 1,0-2-1,0 1 1,0 0-1,1 0 1,-1 0-1,1-1 1,0 1-1,0-1 1,0 1 0,1-1-1,-1 0 1,1 1-1,0-4 2,-8-174-45,10 168 50,0 0 0,1 1 1,0-1-1,1 1 0,0 0 0,1 0 1,1 1-1,0-1 0,0 1 0,1 0 1,1 1-1,-1 0 0,2 0 0,-1 0 1,1 1-1,1 1 0,2-2-5,188-127-1752,-167 117 817,29-18-2455,-8 4-3136</inkml:trace>
  <inkml:trace contextRef="#ctx0" brushRef="#br0" timeOffset="-40953.086">16571 1829 1368,'0'0'5288,"0"0"-3141,0 0-1216,0 0-456,0 0-323,0 0-75,-1 20 239,7 165 616,84 433-87,-83-506-3075,-8-99-1202,-5-6-3101</inkml:trace>
  <inkml:trace contextRef="#ctx0" brushRef="#br0" timeOffset="-40693.354">16584 2607 3937,'0'0'1768,"0"0"-179,0 0-319,0 0-412,7-25-313,26-82-206,-30 100-318,0 1 0,0-1 0,1 0-1,0 1 1,1 0 0,-1 0 0,1 0-1,0 1 1,1 0 0,-1 0 0,1 0-1,0 0 1,4-2-21,7-5 85,4-5 7,0 2 1,2 0-1,0 1 0,0 1 0,1 2 1,0 0-1,1 2 0,1 0 1,-1 2-1,1 0 0,0 2 1,1 1-1,-1 2 0,15 0-92,32 3-184,-71-1 85,-1 1 0,0 0 0,1 0 0,-1 0 0,0-1 0,0 1 0,0 1 0,0-1 0,0 0 0,0 0 0,0 0 0,0 0 0,-1 1 0,1-1 0,0 0 0,-1 1 0,1-1 0,-1 1 0,1-1-1,-1 0 1,0 1 0,0-1 0,0 1 0,1-1 0,-1 1 0,0-1 0,-1 1 0,1-1 0,0 1 0,0-1 0,-1 1 0,1-1 0,-1 0 0,1 1 0,-1-1 0,0 0 0,1 1 0,-1-1 0,0 0 0,0 0 0,0 0 0,0 1 0,0-1 0,0 0 0,0 0 0,0-1 0,0 1 0,-1 0 0,1 0-1,-1 0 100,-31 28-5025</inkml:trace>
  <inkml:trace contextRef="#ctx0" brushRef="#br0" timeOffset="-40406.826">16532 2572 3281,'0'0'4065,"0"0"-2609,0 0-528,0 0-472,0 0 240,0 0 8,0 0-199,134 23-145,-85-5-224,1 2-56,-1 1-32,-7-3 8,-3-1-48,-6-5-8,-7 0 0,-9 12-56,-7-7-784,-7-2-1713</inkml:trace>
  <inkml:trace contextRef="#ctx0" brushRef="#br0" timeOffset="-39906.671">17524 2377 3337,'0'0'2335,"0"0"-656,0 0-311,0 0-484,0 0-335,0 0-237,-16-8-116,-52-26 20,61 32-150,0 1 0,0-1 0,0 1 0,0 0 0,0 1 0,0-1 1,0 1-1,0 1 0,0 0 0,0 0 0,0 0 0,0 1 0,0 0 0,0 0 1,1 0-1,-1 1 0,1 0 0,-1 1 0,1-1 0,0 1 0,1 0 0,-1 1 1,1-1-1,-1 1 0,1 0 0,1 1 0,-1-1 0,1 1 0,-1 1-66,-5 5 45,0 1-1,1 0 1,0 0-1,1 1 1,0 1-1,1-1 1,1 1-1,1 0 0,0 0 1,0 1-1,2 0 1,0 0-1,1 0 1,0 0-1,1 0 1,1 0-1,1 0 1,1 8-45,1-18-10,-1 0 1,1 0 0,0-1 0,1 1-1,-1-1 1,1 0 0,0 0 0,1 0 0,-1-1-1,1 1 1,0-1 0,0 0 0,0 0 0,0-1-1,1 0 1,-1 0 0,1 0 0,0 0-1,0-1 1,0 0 0,0 0 0,1-1 0,-1 0-1,0 0 1,1 0 0,-1-1 0,0 0 0,1 0-1,-1 0 1,0-1 0,1 0 0,-1-1-1,6-1 11,1-3-31,0 0 0,0-2 0,0 1 0,-1-1 0,0-1 0,-1 0 0,0-1 0,0 0 1,-1-1-1,0 0 0,-1-1 0,-1 0 0,1 0 0,-2-1 0,0 0 0,0 0 0,2-8 30,14-27-76,-19 52-16,13 68 205,-17-63-99,0 0 0,0-1 0,1 1 0,0 0 0,1-1 0,0 1 0,0-1 0,1 1 1,0-1-1,0 0 0,1 0 0,0-1 0,0 1 0,1-1 0,0 0 0,1 0 0,-1 0 0,1-1 0,0 0 0,1 0 1,0 0-1,0-1 0,0 0 0,0 0 0,1-1 0,0 0 0,0-1 0,6 3-14,7-4-88,-1-1-1,1-1 0,0-1 1,-1 0-1,1-2 1,-1 0-1,0-2 1,0 0-1,0-1 0,0-1 1,-1-1-1,12-7 89,21-9-3535</inkml:trace>
  <inkml:trace contextRef="#ctx0" brushRef="#br0" timeOffset="-38243.497">18964 14218 4361,'0'0'720,"0"0"-205,0 0 162,0 0 125,-4-31-93,-16-99-107,19 121-506,-1-1 1,0 1-1,0 0 1,-1 1-1,0-1 1,-1 0-1,0 1 1,0 0-1,-1-1 1,0 2-1,0-1 1,-1 1-1,0 0 1,-6-6-97,3 3 76,1 1 17,1 1 0,-1 0 0,-1 0 0,1 1 0,-1 0 0,-1 0 0,1 1 0,-1 1 0,0-1 0,-1 2 0,1-1 0,-1 1 1,0 1-1,0 0 0,0 1 0,0 0 0,0 0 0,-1 1-93,9 1 16,1 1 1,0-1-1,-1 0 1,1 1 0,0 0-1,-1 0 1,1 0-1,0 0 1,0 0-1,0 0 1,0 0-1,0 0 1,0 1 0,0-1-1,0 1 1,0 0-1,1-1 1,-1 1-1,1 0 1,-1 0-1,1 0 1,0 0 0,0 0-1,0 1 1,0-1-1,0 0 1,0 0-1,0 1 1,1-1 0,-1 0-1,1 1 1,0 1-17,-4 91 161,5-78-176,4 13 63,1 1 1,2-1-1,1 0 1,1-1-1,2 0 1,0-1-1,2 0 0,2-1 1,0-1-1,2 0 1,10 11-49,-21-27 22,82 113 189,-54-77-89,-2 0 0,-1 2 0,-3 2 0,-2 0 0,8 26-122,-28-54 43,-1 0-1,-1 1 1,-1-1-1,-2 1 1,0 0-1,-1 0 1,-1 0-1,-1 0-42,1-17-4,0 1 0,-1-1 0,0 1 1,0-1-1,0 1 0,-1-1 0,1 0 0,-2 0 0,1 1 0,-1-1 0,0-1 0,0 1 0,0 0 0,-1-1 0,0 0 0,0 0 0,0 0 0,-1 0 0,1-1 0,-1 1 0,-1-1 0,1 0 0,0-1 0,-1 1 1,0-1-1,-1 0 4,-149 26-3936,77-28-2361</inkml:trace>
  <inkml:trace contextRef="#ctx0" brushRef="#br0" timeOffset="-37975.759">18457 14848 6425,'0'0'1201,"0"0"439,0 0-176,170-82-407,-101 52-305,6 1-264,7 2-120,-3 1-232,-1 8-40,-9 1-96,-13 8-8,-17 3-296,-6 0-496,-17 3-1273,-13-3-2496</inkml:trace>
  <inkml:trace contextRef="#ctx0" brushRef="#br0" timeOffset="-37687.428">19226 13782 7282,'0'0'1437,"0"0"-507,0 0-366,0 0-105,11 25 505,102 314 847,-64-149-1254,108 355 59,-137-514-1135,-6-35-2612,-8-6-1638</inkml:trace>
  <inkml:trace contextRef="#ctx0" brushRef="#br0" timeOffset="-37428.817">19681 14451 7082,'0'0'1608,"0"0"-344,0 0-408,0 0-568,0 0-136,0 0 8,0 0-32,43 197 0,-30-144 1,-3 0-49,-4-12-72,1-5 0,-7-7-8,0-8-176,0-4-1241,0-17-2592</inkml:trace>
  <inkml:trace contextRef="#ctx0" brushRef="#br0" timeOffset="-37178.478">19744 14191 7890,'0'0'1392,"0"0"-712,0 0-392,0 0-288,0 0-136,0 0-1464,0 0-3089</inkml:trace>
  <inkml:trace contextRef="#ctx0" brushRef="#br0" timeOffset="-36903.835">20038 14451 4497,'0'0'1238,"0"0"-196,0 0-309,0 0-279,0 0-88,0 0 39,8-5 17,-4 3-378,-4 2-15,1-1 1,0 0-1,0 0 1,0 0-1,-1 1 1,1-1-1,0 0 1,0 1-1,0-1 1,0 1-1,0-1 1,0 1 0,0-1-1,1 1 1,-1 0-1,0 0 1,0-1-1,0 1 1,0 0-1,0 0 1,0 0-1,1 0 1,-1 0-1,0 0 1,0 1-1,0-1 1,0 0-1,0 1 1,0-1 0,0 1-1,0-1 1,0 1-1,0-1 1,0 1-1,0-1 1,0 1-1,0 0 1,0 0-1,0 0 1,-1-1-1,1 1 1,0 0-1,-1 0 1,1 0 0,0 0-1,-1 0 1,1 0-1,-1 0 1,0 0-1,1 0 1,-1 1-1,0-1 1,0 0-1,1 0 1,-1 0-1,0 0-29,36 260 1585,-36-260-1585,0-1 0,0 1 0,0-1 0,0 1 0,0-1 1,0 1-1,1-1 0,-1 1 0,0-1 0,0 0 0,0 1 0,0-1 1,1 1-1,-1-1 0,0 1 0,0-1 0,1 0 0,-1 1 1,0-1-1,1 0 0,-1 1 0,1-1 0,-1 0 0,0 1 0,1-1 1,-1 0-1,1 0 0,-1 1 0,1-1 0,-1 0 0,0 0 1,1 0-1,-1 0 0,1 0 0,-1 0 0,1 0 0,-1 0 0,1 0 1,-1 0-1,1 0 0,-1 0 0,1 0 0,-1 0 0,1 0 1,-1 0-1,1 0 0,-1-1 0,1 1 0,-1 0 0,0 0 0,1-1 1,-1 1-1,1 0 0,-1-1 0,0 1 0,1 0 0,-1-1 0,0 1 1,1 0-1,-1-1 0,0 1 0,0-1 0,1 1 0,-1-1 1,0 1-1,0 0 0,0-1 0,0 1 0,0-1 0,1 0 0,19-34-20,-20 35 20,21-45-96,2 1 0,2 2-1,2 0 1,1 2 0,17-18 96,-44 56 12,1 0 0,-1 0-1,0-1 1,0 1 0,1 0 0,-1 1 0,1-1-1,0 0 1,-1 0 0,1 1 0,0-1 0,0 1-1,0-1 1,0 1 0,1 0 0,-1 0 0,0 0 0,0 0-1,1 0 1,-1 0 0,0 1 0,1-1 0,-1 1-1,1 0 1,-1-1 0,1 1 0,-1 0 0,1 1 0,-1-1-1,0 0 1,1 1 0,-1-1 0,1 1 0,-1 0-1,0 0 1,1 0 0,-1 0 0,0 0 0,0 0 0,0 1-1,0-1 1,0 1 0,1 1-12,69 200 507,-68-170-3892,-4-26-1696</inkml:trace>
  <inkml:trace contextRef="#ctx0" brushRef="#br0" timeOffset="-36462.318">20762 13637 6185,'0'0'2291,"0"0"-802,0 0-469,0 0-381,0 0 104,11 34-62,69 228-67,-58-154-437,-5 1 1,-4 0 0,-2 103-178,-4-134 8,46-89-31,161-213 30,60-30-1877,-316 285-1566,4-4-356</inkml:trace>
  <inkml:trace contextRef="#ctx0" brushRef="#br0" timeOffset="-36231.743">21099 14268 5321,'0'0'1648,"0"0"-727,0 0 663,0 0-232,0 0-47,160 156-353,-104-109-416,6-6-88,-9-2-272,-1-7-88,-13-5-40,-16-1-48,-23 13-184,0-10-1288,-26 3-7986</inkml:trace>
  <inkml:trace contextRef="#ctx0" brushRef="#br0" timeOffset="-31786.868">13416 13676 3417,'0'0'973,"0"0"148,0 0 233,0 0-103,0 0-198,0 0-121,-5 0-100,-166-4 1944,-111 3-2897,268 1 125,1 2 0,-1 0-1,1 0 1,-1 1 0,1 1-1,0 0 1,0 0 0,0 2-1,1 0 1,0 0 0,0 1 0,1 0-1,-3 3-3,11-6-2,0 0 0,1 1 0,-1-1 0,1 0 0,0 1 0,1-1 0,-1 1-1,1 0 1,0 0 0,0-1 0,0 1 0,1 0 0,-1 0 0,1 0 0,1 0 0,-1 0 0,1 0 0,-1-1-1,1 1 1,1 0 0,-1 0 0,1-1 0,0 1 0,0-1 0,0 1 0,0-1 0,1 0 0,0 0-1,0 0 1,0 0 0,0-1 0,1 1 0,-1-1 0,1 0 0,2 2 2,9 8-8,0 0 0,0-2 1,1 0-1,0 0 0,1-2 0,0 0 1,1-1-1,0-1 0,0 0 0,1-1 0,0-1 1,-1-1-1,2-1 0,-1-1 0,0 0 1,0-1-1,18-2 8,-27 0-17,0-1 0,0 0 0,0 0-1,0-1 1,0 0 0,-1-1 0,1 0 0,-1 0 0,0-1 0,0 0 0,0-1 0,-1 0 0,0 0-1,0-1 1,-1 0 0,1 0 0,-2-1 0,1 1 0,-1-2 0,0 1 0,-1-1 17,12-19-26,-1-1 1,-1-1-1,-2 0 1,-1-1-1,8-31 26,2-20-473,-4-1 1,-4-1-1,-3-1 0,-3 0 0,-5 0 0,-6-74 473,3 154 13,0 0 0,0 1 0,0-1 0,0 0 0,-1 0-1,1 0 1,-1 1 0,-1-1 0,1 0 0,-1 1 0,1-1-1,-1 1 1,-1-1 0,1 1 0,-1 0 0,1 0 0,-1 0-1,0 0 1,0 1 0,-1-1 0,0 0-13,-12 19 896,14 202 411,4-145-1075,3 0 1,3-1-1,4 0 1,3 4-233,-4-27 61,3 23-12,4 0-1,3-1 1,2-2 0,18 31-49,-40-95-44,1-1 1,0 1-1,0-1 1,0 0 0,0 1-1,1-1 1,-1 0-1,1 0 1,0-1 0,0 1-1,0-1 1,0 1-1,0-1 1,0 0 0,1 0-1,-1 0 1,1-1-1,0 1 1,-1-1 0,1 0-1,2 1 44,-2-2-223,-1 0-1,1 0 1,0 0 0,0-1-1,-1 1 1,1-1-1,0 0 1,-1 0 0,1 0-1,-1-1 1,1 1 0,-1-1-1,0 0 1,1 0-1,-1 0 1,0 0 0,0 0-1,-1-1 1,1 1-1,0-1 1,1-2 223,23-31-3906</inkml:trace>
  <inkml:trace contextRef="#ctx0" brushRef="#br0" timeOffset="-31398.643">14057 13611 5241,'0'0'1128,"0"0"63,0 0-6,0 0-549,0 0-278,0 0-115,-28-3 21,-87-7 106,113 9-349,-1 0 0,1 1 1,0-1-1,-1 1 0,1 0 1,-1 0-1,1 0 1,-1 0-1,1 0 0,-1 1 1,1-1-1,-1 1 1,1-1-1,0 1 0,-1 0 1,1 0-1,0 0 0,0 0 1,-1 1-1,1-1 1,0 0-1,0 1 0,0 0 1,1-1-1,-1 1 0,0 0 1,1 0-1,-1 0 1,0 1-22,-5 7 112,1-2-46,-1 0 1,2 1 0,-1 0-1,1 0 1,1 0-1,-1 0 1,2 1 0,-1 0-1,1 0 1,1 0-1,0 0 1,0 1 0,1-1-1,0 0 1,1 1-1,0 4-66,2-12-4,0 1 0,0-1 1,0 0-1,0 0 0,1 0 0,-1-1 0,1 1 0,-1 0 0,1-1 0,0 0 0,0 0 0,0 0 0,0 0 0,1 0 0,-1 0 0,0-1 1,1 0-1,-1 1 0,1-1 0,0-1 0,-1 1 0,1 0 0,0-1 0,-1 0 0,1 0 0,0 0 0,-1 0 0,1-1 0,0 1 1,-1-1-1,1 0 0,-1 0 0,1 0 0,-1-1 0,1 1 0,1-2 4,103-69-257,-70 40 253,-35 30 9,1-2-15,-1 0 1,1 0 0,0 1-1,0 0 1,1 0 0,-1 0-1,1 0 1,-1 1 0,1 0-1,0 0 1,0 0 0,0 0-1,0 1 1,0 0 0,0 0-1,0 0 1,0 1 0,1 0-1,-1 0 1,0 0 0,0 0 0,1 1-1,3 1 10,34 76 130,-3 28-877,-28-105-3452,-8-9 175</inkml:trace>
  <inkml:trace contextRef="#ctx0" brushRef="#br0" timeOffset="-31104.536">14103 12774 8170,'0'0'1168,"0"0"-344,20 153-16,3-70-320,9 5-127,1 1-185,-3 2-72,-4-9-24,-7-5-8,-6-9-72,-9-6 48,-4-15-40,0-9-8,0 0-488,-7-26-737,-16-3-1063,7-9-2113</inkml:trace>
  <inkml:trace contextRef="#ctx0" brushRef="#br0" timeOffset="-30857.843">13982 13254 7890,'0'0'1528,"0"0"-704,0 0 32,0 0 113,0 0-321,0 0-400,216-56-112,-154 42-56,-6 5-80,3 0-408,-7 9-737,-13 0-1023,-19 0-3393</inkml:trace>
  <inkml:trace contextRef="#ctx0" brushRef="#br0" timeOffset="-30141.44">14633 13349 4833,'0'0'899,"0"0"-108,0 0 36,0 0-359,0 0-183,0 0 92,-11-6 242,-104 0 1028,112 6-1617,-1 1-1,1-1 0,0 1 1,-1 0-1,1 0 0,-1 0 1,1 0-1,0 0 0,0 1 1,0 0-1,0-1 1,0 1-1,0 0 0,0 1 1,1-1-1,-1 0 0,1 1 1,0-1-1,-1 1 0,1 0 1,0 0-1,1 0 0,-1 0 1,0 0-1,1 0 1,0 1-1,0-1 0,0 0 1,0 1-1,0-1 0,0 2-29,-9 112 361,10-113-345,-1 2-5,0-1 0,1 1 0,0 0 0,1 0-1,-1 0 1,1-1 0,0 1 0,0 0 0,1-1 0,0 1-1,0-1 1,0 1 0,0-1 0,1 0 0,0 0 0,0 0 0,1 0-1,-1-1 1,1 1 0,0-1 0,0 0 0,0 0 0,1-1-1,0 1 1,-1-1 0,1 0 0,0 0 0,0 0 0,1-1-1,-1 0 1,5 2-11,-6-2-4,0-1 0,0 1-1,0-1 1,0 0 0,0 0 0,0 0-1,0 0 1,0-1 0,1 0 0,-1 0-1,0 0 1,0 0 0,1-1-1,-1 1 1,0-1 0,0 0 0,0 0-1,0-1 1,0 1 0,0-1-1,0 0 1,-1 0 0,1 0 0,0-1-1,-1 1 1,0-1 0,0 0 0,0 0-1,2-2 5,13-19-202,-2-1 0,0 0-1,-2-1 1,-1-1 0,-1 0 0,6-20 202,-18 47-2,0 1 0,0-1 0,0 0 0,0 0 0,1 1 0,-1-1 0,0 0 0,0 1 0,1-1 0,-1 0-1,0 0 1,0 1 0,1-1 0,-1 0 0,0 0 0,0 0 0,1 1 0,-1-1 0,0 0 0,1 0 0,-1 0 0,0 0 0,1 0 0,-1 0 0,0 0 0,1 1 0,-1-1 0,1 0 0,-1 0 0,0 0 0,1-1 0,-1 1 0,0 0 0,1 0 0,-1 0 0,0 0 0,1 0 0,-1 0 0,0 0 0,1-1 0,-1 1 0,0 0 0,0 0 0,1 0 0,-1-1 0,0 1 0,1 0 0,-1 0 0,0-1 0,0 1 0,0 0 0,1-1 0,-1 1 0,0 0 0,0 0 0,0-1 0,0 1 0,0 0 0,1-1 2,11 43 275,-9-29-237,4 12-3,0-1 0,2 0 0,1 0 0,0-1 0,2-1 0,1 0 0,0 0 0,2-1 0,0-1 0,2 0 0,0-2 0,12 11-35,-27-27-74,0-1 0,1 1-1,-1-1 1,1 1-1,-1-1 1,1 0 0,-1 0-1,1 0 1,0 0-1,0 0 1,-1-1 0,1 1-1,0-1 1,0 0-1,0 0 1,0 0 0,-1 0-1,1 0 1,0-1-1,0 1 1,-1-1 0,1 0-1,0 0 1,0 0-1,-1 0 1,1 0 0,-1-1-1,1 1 1,-1-1-1,0 1 1,0-1 0,0 0-1,2-1 75,11-30-3814</inkml:trace>
  <inkml:trace contextRef="#ctx0" brushRef="#br0" timeOffset="-28991.232">15327 13269 2489,'0'0'1306,"0"0"-128,0 0-187,0 0-34,0 0-120,0 0-111,-4-5-245,3 3-475,-2-3 101,-1 1 1,1-1-1,-1 1 1,0 0 0,0 0-1,0 0 1,-1 0 0,1 1-1,-1 0 1,0 0 0,0 0-1,0 0 1,0 1-1,0 0 1,-1 0 0,1 0-1,-1 1 1,0-1 0,0 1-108,-1 1 22,0 0-1,0 1 1,0-1 0,0 1 0,0 1 0,0-1 0,0 1-1,0 0 1,1 1 0,-1-1 0,1 1 0,-1 1 0,1-1-1,0 1 1,1 0 0,-6 5-22,3-3 30,-1 0 0,1 1 0,1-1 0,-1 2 0,1-1 0,0 1 0,1 1 0,0-1 0,0 1 0,1 0 0,0 0 1,1 0-1,0 1 0,0 0 0,1 0 0,0 0 0,1 0 0,0 0 0,1 0 0,0 1 0,0-1 0,1 1 0,0 0-30,4-1-1,0 0 0,0 0 0,1 0 1,0 0-1,0-1 0,1 1 0,0-2 0,1 1 1,0-1-1,1 0 0,0 0 0,0-1 0,4 4 1,18 18 11,-5-5 20,-1 2 0,-1 0 0,-2 1 0,0 1 0,-2 2 0,-1 0 1,-2 0-1,-1 2 0,-1 0 0,-2 0 0,-1 1 0,-1 1 0,-2 0 0,-1 0 0,-2 0 0,0 21-31,-5-48 21,0 0-1,0 0 0,0 0 1,0 0-1,-1-1 0,-1 1 1,1 0-1,-1 0 0,0-1 1,0 1-1,-1-1 0,0 0 1,0 0-1,0 0 0,-1 0 1,0-1-1,0 1 0,0-1 1,-1 0-1,0 0 0,0 0 1,0-1-1,-1 0 0,1 0 1,-1 0-1,0-1 0,0 0 1,0 0-1,-1 0 0,1-1 1,-1 0-1,-2 1-20,3-1-7,1 0-1,-1 0 0,0-1 1,0 1-1,0-1 1,1-1-1,-1 1 0,0-1 1,0 0-1,0 0 1,0-1-1,0 0 0,0 0 1,0 0-1,1-1 1,-1 0-1,0 0 0,1 0 1,-1-1-1,1 0 1,0 0-1,0 0 0,0 0 1,0-1-1,1 0 1,0 0-1,-1 0 0,1-1 1,1 1-1,-1-1 1,1 0-1,0 0 0,0 0 1,0-1-1,0 1 1,1-1-1,0 1 0,0-1 1,1 0-1,-1-4 8,2 0 0,0-1 0,1 1 0,0-1 0,0 1 0,1-1 0,1 1 0,0 0-1,0 0 1,1 0 0,0 0 0,1 1 0,0 0 0,1 0 0,-1 0 0,2 0 0,-1 1 0,4-3 0,170-212 7,-91 119-10,-4-5 0,-6-3 0,16-36 3,-89 139 3,0 0 0,-1-1-1,-1 1 1,0-1 0,0 0-1,-1 0 1,0 0 0,0 0-1,-1-1 1,-1 1 0,0-1-1,0 1 1,-1-1 0,0-2-3,-3 9-1,1 0 0,-1 0 0,0 1 0,0-1 0,0 1 0,0 0 0,-1 0 0,1 0 0,-1 1 0,0-1 0,1 1 1,-1 0-1,-1 0 0,1 0 0,0 0 0,0 1 0,-1 0 0,1 0 0,0 0 0,-1 0 0,1 1 0,-1-1 0,1 1 0,-1 1 0,1-1 0,-1 0 1,1 1-1,-1 0 0,1 0 0,-2 1 1,0 2 3,0 1-1,0 0 1,0 0 0,1 0 0,0 0 0,0 1 0,0 0 0,1 0-1,0 1 1,0-1 0,0 1 0,1 0 0,0 0 0,0 0-1,1 0 1,0 0 0,0 1 0,1-1 0,0 0 0,0 1 0,0 0-1,1 1-2,-3 2 34,0 0-1,1 1 0,1-1 1,-1 1-1,2-1 0,-1 1 0,2-1 1,-1 1-1,2-1 0,-1 1 1,2-1-1,-1 0 0,2 0 0,-1 0 1,1 0-1,1 0 0,0-1 1,1 0-1,0 0 0,0 0 0,1-1 1,0 0-1,1 0 0,7 6-33,-4-8 5,1 0 0,0 0 0,0-2 0,0 1 0,1-1 0,-1-1 0,1 0 0,1-1 0,-1-1 0,0 0 0,0 0 0,1-1 0,-1-1 0,1 0 0,-1-1 0,10-2-5,-16 1-36,1-1-1,-1 1 0,0-2 1,0 1-1,-1-1 0,1 1 1,-1-2-1,1 1 0,-1-1 1,-1 0-1,1 0 1,-1-1-1,0 1 0,0-1 1,0 0-1,0-3 37,40-66-3351,-19 16-5120</inkml:trace>
  <inkml:trace contextRef="#ctx0" brushRef="#br0" timeOffset="-28602.433">15972 13140 7770,'0'0'1645,"0"0"-468,0 0-576,0 0-306,0 0 92,0 0 170,12 18 79,64 128 316,-29 13-17,-46-158-934,0 1 0,1 0 0,-1-1 0,0 1 0,1-1-1,0 1 1,-1-1 0,1 0 0,0 1 0,-1-1 0,1 0 0,0 0 0,0 0-1,0-1 1,0 1 0,0 0 0,0-1 0,0 1 0,0-1 0,0 0 0,0 1-1,0-1 1,0 0 0,1 0 0,-1-1 0,0 1 0,0 0 0,0-1 0,0 1-1,0-1 1,0 0 0,0 1 0,0-1 0,0 0 0,-1 0 0,1 0-1,0-1 1,0 1 0,-1 0 0,1-1 0,-1 1 0,1-1 0,-1 1 0,0-1-1,0 0 1,1 0 0,-1 1 0,0-1 0,-1 0 0,1 0 0,0 0 0,0 0-1,-1 0 1,1 0 0,-1-1-1,144-264-720,-142 264 712,-1-1 2,1 0-1,0 0 1,0 1 0,0-1-1,0 0 1,0 1 0,1 0 0,0-1-1,-1 1 1,1 0 0,0 0-1,1 1 1,-1-1 0,0 1 0,1-1-1,-1 1 1,1 0 0,0 1-1,0-1 1,0 0 0,0 1 0,0 0-1,0 0 1,0 0 0,2 1 6,10 14 72,44 177 711,-53-164-936,41 177 419,-32-67-4350,-16-93-2877</inkml:trace>
  <inkml:trace contextRef="#ctx0" brushRef="#br0" timeOffset="-26180.587">11998 13399 832,'0'0'1513,"0"0"-188,0 0-339,0 0-397,0 0-163,0 0 283,0-8-27,1-22-188,-1 29-446,0 0 0,0 1 0,1-1 1,-1 0-1,0 0 0,1 1 0,-1-1 0,1 0 0,-1 1 0,1-1 0,-1 0 0,1 1 0,0-1 0,-1 1 0,1-1 0,0 1 0,-1-1 0,1 1 1,0 0-1,0-1 0,-1 1 0,1 0 0,0-1 0,0 1 0,-1 0 0,1 0 0,0 0 0,0 0 0,0 0 0,0 0 0,-1 0 0,1 0 0,0 0 1,0 0-1,0 0 0,-1 0 0,1 1 0,0-1 0,0 0 0,0 1 0,-1-1 0,1 0 0,0 1 0,-1-1 0,1 1 0,0-1 0,-1 1 0,1 0-48,36 71 1250,67 193 381,14 87-1631,-80-233 212,49 172 135,-86-290-353,0 1 1,0 0-1,-1 0 1,1 0-1,0-1 0,0 1 1,1-1-1,-1 1 1,0-1-1,0 1 1,1-1-1,-1 1 1,1-1-1,-1 0 0,1 0 1,0 0-1,-1 0 1,1 0-1,0 0 1,0-1-1,0 1 0,-1 0 1,1-1-1,0 1 1,0-1-1,0 0 1,0 0-1,0 0 1,0 0-1,0 0 0,0 0 1,0 0-1,0-1 1,0 1-1,0-1 1,1 0 5,7 1-46,165-56 252,75 2 70,200-16-276,-246 42 81,241-9 50,-348 28-50,0-4 0,-1-4 0,24-10-81,204-33 72,-9 41-60,-230 11-2,-1-5 1,-1-3-1,0-3 1,76-30-11,133-29 36,23 32-21,-128-11 26,-93 22-26,-3 1-25,-2-4 0,-2-4-1,3-6 11,-87 47 0,193-59-32,-194 60 52,-1 0-1,1-1 1,0 1-1,-1 0 1,1-1-1,-1 0 1,1 1-1,-1-1 1,1 0-1,-1 0 1,1 0-1,-1 0 1,1 0-1,-1 0 1,0 0-1,0 0 1,0 0-1,0-1 1,0 1-1,0 0 1,0-1-1,0 1 1,0-1-1,0 1 1,-1-1-1,1 0 1,-1 1-1,1-1 1,-1 0-1,0 1 1,1-1-1,-1 0 1,0 1 0,0-1-1,0 0 1,-1 1-1,1-1 1,0 0-1,0 1 1,-1-1-1,1 0 1,-1 1-1,0-1 1,1 1-1,-1-1 1,0 1-1,0-1 1,0 1-20,-73-188 112,24 15-12,8-2 1,1-39-101,-10-44 239,-30-59 27,78 314-236,-1 0 0,0 1 0,0-1-1,0 1 1,-1 0 0,1 0 0,-1 1 0,0-1-1,0 1 1,1 0 0,-1 0 0,-1 1-1,1 0 1,0-1 0,0 2 0,-1-1-1,1 1 1,0-1 0,0 1 0,-1 1 0,1-1-1,0 1 1,-1 0 0,1 0 0,0 1-1,0-1 1,0 1 0,0 0 0,0 0 0,1 1-1,-4 1-29,-273 164 114,138-79-87,-4-7 0,-2-7 0,-79 25-27,-823 354 125,778-348-140,-4-13 0,-186 35 15,455-126 0,-123 32 23,-1-5 0,-59 2-23,-82-13-61,-194 39 117,331-55-49,107-4-5,0 1 1,0 2-1,-1 1 1,1 2-1,0 0 0,-15 6-2,-131 48 82,117-34-112,56-22-51,10 21-3710,4-16-1069</inkml:trace>
  <inkml:trace contextRef="#ctx0" brushRef="#br0" timeOffset="-23623.63">22101 11384 4433,'0'0'1179,"0"0"-194,0 0-291,0 0-381,0 0-166,0 0-30,-4-13 174,41 24 1807,-2 86-687,70 230-216,29 88-183,65 112-1012,-182-481 95,-27-46-31,-83-43-889,-22 7 1363,175 31-484,0-2 0,-1-3 1,0-3-1,-1-2 0,19-9-54,33-8 180,610-147 497,26-81-578,-531 180-55,-207 77-44,156-58 11,153-33-11,-289 85 1,0-1 0,0-2 1,-1 0-1,-1-2 1,0-1-1,-1-1 1,-1-1-1,0-1 1,14-16-2,-24 24 1,10-12 406,-47 7-348,-3-8-9,-62-79 52,72 60-93,1-1 0,2 0 1,2-1-1,-3-33-9,1 14 9,-6-40 76,3-1 0,6 0 0,2-82-85,1 44 100,4 140-69,0 0 0,0 0 1,1 0-1,-1 1 0,0-1 0,-1 1 0,1-1 0,0 1 0,0 0 0,-1 1 1,1-1-1,0 1 0,-1-1 0,1 1 0,0 0 0,-1 0 0,1 0 1,-1 1-1,1-1 0,0 1 0,-3 0-31,-12 0 49,7 1-44,1 1-1,-1-1 1,0 2 0,1 0-1,0 0 1,0 1 0,0 0 0,1 0-1,-1 1 1,-6 6-5,-24 13 0,-614 290 56,518-246 2,-4-7 0,-2-6 0,-2-6 0,-2-6 0,-26-1-58,-444 72 135,599-110-135,-127 33 24,1 6-1,2 7 1,-73 40-24,114-34-424,166-106-2517,-18 6-856</inkml:trace>
  <inkml:trace contextRef="#ctx0" brushRef="#br0" timeOffset="-22446.638">22647 12194 2657,'0'0'1328,"0"0"-160,0 0 191,0 0-25,0 0-222,0 0-115,-8-1-216,-106-37 1266,106 34-2011,0 0 0,0 0 1,1 0-1,-1-1 0,1 0 1,0 0-1,0-1 0,1 0 0,0 0 1,0-1-1,0 0 0,1 0 1,0 0-1,0 0 0,1-1 0,0 0 1,0 0-1,1 0 0,0 0 1,0-1-1,1 1 0,0-1 1,0-6-37,1 9 2,0-1 0,0 1 0,1-1 0,0 1 0,0-1 0,1 1 0,0-1 0,0 1 0,1 0 0,-1-1 1,1 1-1,1 0 0,-1 0 0,1 0 0,0 1 0,0-1 0,1 1 0,0-1 0,0 1 0,0 0 0,0 1 1,1-1-1,3-2-2,-5 4-1,1-1 0,0 1 1,0 0-1,0 0 0,0 0 1,0 1-1,0-1 0,1 1 1,-1 0-1,1 0 0,0 1 1,-1-1-1,1 1 1,0 0-1,0 1 0,0-1 1,0 1-1,0 0 0,0 0 1,0 0-1,0 1 0,0 0 1,-1 0-1,1 0 0,0 0 1,0 1-1,-1 0 1,1 0-1,-1 0 0,1 0 1,2 3 0,3 11 29,-1 1 1,0 1-1,-1-1 1,-1 1 0,-1 1-1,0-1 1,-1 1 0,-1 0-1,1 15-29,-6-35-2,1 1 0,0-1-1,0 1 1,-1 0 0,1-1-1,0 0 1,0 1 0,0-1-1,0 1 1,0-1 0,-1 1-1,1-1 1,0 1 0,0-1-1,1 1 1,-1-1 0,0 1-1,0-1 1,0 1 0,0-1-1,0 1 1,0-1 0,1 1-1,-1-1 1,0 1 0,1-1-1,-1 1 1,0-1 0,0 1-1,1 0 1,-1-1 0,1 1-1,-1 0 1,0-1 0,1 1-1,-1 0 1,1-1 0,-1 1-1,1 0 1,-1 0 0,1-1-1,-1 1 1,1 0 0,-1 0 0,1 0-1,-1 0 1,1 0 0,-1 0-1,1 0 1,-1 0 0,1 0-1,0 0 1,-1 0 0,1 0-1,-1 0 1,1 0 0,-1 1-1,1-1 1,-1 0 0,1 0-1,-1 1 1,0-1 0,1 0-1,-1 0 1,1 1 0,-1-1-1,1 1 3,3-14-29,0-1-48,0 1-1,1-1 1,1 0 0,0 1 0,1 0 0,0 1-1,1 0 1,0 0 0,1 0 0,10-9 77,-18 19 2,0 1 0,1 0 1,-1-1-1,0 1 0,1 0 0,-1 0 1,1 0-1,0 0 0,-1 1 0,1-1 1,-1 0-1,1 1 0,0-1 0,0 1 1,-1-1-1,1 1 0,0 0 0,0 0 1,0 0-1,-1 0 0,1 0 0,0 0 1,0 0-1,0 1 0,-1-1 0,1 0 1,0 1-1,0 0 0,-1-1 0,1 1 1,-1 0-1,1 0 0,0 0 0,-1 0 1,0 0-1,1 0 0,-1 1 1,0-1-1,1 0 0,-1 1 0,0-1 1,1 2-3,32 77 464,-27-59-440,-2-8-11,42 70-184,-21-90-4190,-16-16-2257</inkml:trace>
  <inkml:trace contextRef="#ctx0" brushRef="#br0" timeOffset="-22057.844">23034 11843 6169,'0'0'1466,"0"0"-203,0 0-286,0 0-308,0 0-255,0 0-175,11 23-123,38 70-67,-49-92-42,0 0-1,0 0 0,0 0 1,0 0-1,0 0 0,1 0 0,-1 1 1,0-1-1,1 0 0,-1 0 0,1 0 1,-1 0-1,1 0 0,0 0 1,-1-1-1,1 1 0,0 0 0,0 0 1,-1 0-1,1 0 0,0-1 1,0 1-1,0-1 0,0 1 0,0 0 1,0-1-1,0 1 0,0-1 0,0 0 1,0 1-1,0-1 0,1 0 1,-1 0-1,0 0 0,0 0 0,0 0 1,0 0-1,0 0 0,0 0 0,1 0 1,-1 0-1,0-1 0,0 1 1,0 0-1,0-1 0,0 1 0,0-1 1,0 1-1,0-1 0,0 0 1,0 1-1,0-1 0,0 0 0,-1 0 1,1 1-1,0-1 0,0 0 0,-1 0 1,1 0-1,-1 0 0,1 0 1,-1 0-1,1 0 0,-1 0 0,1 0 1,-1 0-1,0 0 0,1-1-6,74-184-987,-75 186 981,0 1-1,1-1 0,-1 1 0,1-1 1,-1 0-1,0 1 0,1-1 1,-1 0-1,1 1 0,-1-1 0,1 0 1,-1 0-1,1 0 0,-1 1 0,1-1 1,-1 0-1,1 0 0,0 0 1,-1 0-1,1 0 0,-1 0 0,1 0 1,-1 0-1,1 0 0,-1 0 0,1 0 1,-1 0-1,1 0 0,0-1 1,-1 1-1,1 0 0,-1 0 0,1-1 1,-1 1-1,0 0 0,1 0 1,-1-1-1,1 1 0,-1-1 0,0 1 1,1 0-1,-1-1 0,1 1 0,-1-1 1,0 1-1,0-1 0,1 1 1,-1-1-1,0 1 0,0-1 0,0 1 1,0-1-1,1 1 0,-1-1 0,0 1 1,0-1-1,0 0 0,0 1 1,0-1-1,0 1 0,0-1 0,-1 1 1,1-1 6,3 50 71,-3-47-52,0 72 380,2 1-1,4 0 1,3-1 0,14 53-399,-4-94-286,4-38-3593,-13-12-1179</inkml:trace>
  <inkml:trace contextRef="#ctx0" brushRef="#br0" timeOffset="-21709.596">23548 11501 6193,'0'0'1735,"0"0"-320,0 0-616,0 0-457,0 0-209,-9 26-76,-19 82-33,27-104-22,1 0 0,-1 0 0,1 0 1,0-1-1,1 1 0,-1 0 0,1 0 0,-1 0 0,1 0 0,0-1 0,1 1 0,-1 0 0,1-1 0,-1 1 0,1-1 0,0 0 0,0 1 0,1-1 1,-1 0-1,1 0 0,0 0 0,-1-1-2,8 10 2,12 16 18,-14-20 17,-1 0 0,1 1 0,-2 0 0,1 1 0,-1-1 0,-1 1 0,0 0 1,0 1-1,-1-1 0,0 1 0,-1 0 0,0 0 0,-1 0 0,1 8-37,-2-14 37,-1-1 0,1 1-1,-1-1 1,0 1 0,-1-1 0,1 1 0,-1-1-1,1 1 1,-1-1 0,-1 0 0,1 0 0,-1 1-1,1-1 1,-1 0 0,0 0 0,-1 0 0,1-1-1,-1 1 1,1 0 0,-1-1 0,0 0-1,0 1 1,-1-1 0,1-1 0,-1 1 0,0 0-1,1-1 1,-1 0 0,0 0 0,0 0 0,0 0-1,-1-1 1,1 1 0,-2-1-37,-48-5-2474,33-14-2027</inkml:trace>
  <inkml:trace contextRef="#ctx0" brushRef="#br0" timeOffset="-21315.185">23731 11451 5945,'0'0'1874,"0"0"-820,0 0-674,0 0-190,0 0-87,0 0-79,4 21-5,22 126 51,-25-134-57,0 1 0,1-1 0,1-1 0,0 1 0,0 0 0,1-1 0,1 1 0,0-1 0,1-1 0,0 1 0,1-1 0,0 0 0,1 0 0,0-1 0,1 0-1,0 0 1,2 0-13,-8-8 12,1 1-1,-1-1 1,1 0-1,0 0 1,0-1-1,0 1 1,0-1-1,0 0 1,0 0-1,0 0 1,1-1-1,-1 1 1,0-1-1,0 0 1,1 0-1,-1-1 1,0 1-1,0-1 1,0 0-1,0 0 1,0 0-1,0-1 1,0 0-1,0 1 1,0-1-1,0 0 1,-1-1-1,1 1 0,-1-1 1,0 1-1,0-1 1,0 0-1,0 0 1,0-1-1,0 1 1,0-3-12,3-10 21,0-1 0,-2 0 0,0-1 0,-1 1 0,-1-1 0,-1 0 0,0 0 0,-1 1 0,-1-1 0,-1-5-21,2 19 15,-1-4 48,-1-1-1,0 1 0,0-1 1,-1 1-1,0 0 1,0 0-1,-1 0 0,0 0 1,0 1-1,-1 0 1,0 0-1,0 0 0,-1 0 1,0 1-1,0 0 1,-4-3-63,7 6-123,0 0 0,0 0 0,0 1 1,-1-1-1,1 1 0,0 0 1,-1 0-1,0 0 0,1 1 0,-1-1 1,0 1-1,0 0 0,0 0 1,0 0-1,0 0 0,0 1 0,0 0 1,0 0-1,0 0 0,0 0 1,0 0-1,0 1 0,0 0 0,0 0 1,1 0-1,-1 0 0,0 1 1,0-1-1,1 1 0,-1 0 0,1 0 1,-1 0-1,1 1 0,0-1 1,-1 2 122,-22 22-4661</inkml:trace>
  <inkml:trace contextRef="#ctx0" brushRef="#br0" timeOffset="-21059.011">23777 11666 544,'0'0'5153,"6"3"-3985,4 0-287,10 3 367,6-3-360,13 0-168,7 3-280,3-6-120,0 0-176,-3 0-144,-7 0-8,-9 0-504,-14 0-760,-9 0-1360</inkml:trace>
  <inkml:trace contextRef="#ctx0" brushRef="#br0" timeOffset="-20798.915">24143 11304 6065,'0'0'1745,"0"0"-841,0 0-224,0 0-32,0 0-312,33 165-8,-20-121-168,7-8 0,0-13 64,-1-8 56,4-12 241,0-3 15,6 0-184,-2-15-176,2-11-176,10-7-176,-9 7-1000,-10 5-1849</inkml:trace>
  <inkml:trace contextRef="#ctx0" brushRef="#br0" timeOffset="-20104.675">24451 11719 3553,'0'0'1727,"0"0"-210,0 0-183,0 0-391,0 0-258,0 0-228,-12 0-143,-60-2 356,69 4-643,1 0 0,-1 0 0,1 1 0,0-1 0,0 1 1,0 0-1,0-1 0,1 1 0,-1 0 0,1 0 0,0 0 0,0 0 0,0 1 1,0-1-1,0 0 0,0 0 0,1 1 0,0-1 0,0 0 0,0 0 0,0 1 1,0-1-1,1 0 0,-1 1 0,1-1 0,0 0 0,0 0 0,0 0 1,1 1-28,90 108 76,-91-110-22,1 0 0,0 0 1,0 0-1,-1 0 0,1 0 1,-1 0-1,1 0 1,-1 1-1,0-1 0,0 1 1,0-1-1,0 1 0,-1-1 1,1 1-1,-1-1 1,1 1-1,-1-1 0,0 1 1,0 0-1,0-1 0,0 1 1,-1-1-1,1 1 1,-1-1-1,1 1 0,-1-1 1,0 1-1,0-1 0,0 1 1,0-1-1,-1 0 0,1 0 1,-1 1-1,1-1 1,-1 0-1,0 0 0,1-1 1,-1 1-1,0 0 0,0-1 1,-1 1-1,1-1 1,0 1-1,0-1 0,-1 0 1,1 0-1,-1 0 0,0 0-54,-110 12 183,110-14-335,1 1 0,-1-1 0,1 1 0,-1-1 0,1 0 0,0 0 0,-1 0 0,1 0 0,0 0 0,0-1 0,0 1 0,0-1 0,0 1 0,0-1 0,0 0 0,1 1 0,-1-1 0,0 0 0,1 0 0,0 0 0,-1-1 0,1 1 0,0 0 0,0 0 0,0-1 0,1 1 0,-1-1 0,0 1 0,1-1 0,0 1 0,-1-2 152,1 3-228,-7-23-5822</inkml:trace>
  <inkml:trace contextRef="#ctx0" brushRef="#br0" timeOffset="-19923.996">24451 11719 6225</inkml:trace>
  <inkml:trace contextRef="#ctx0" brushRef="#br0" timeOffset="-19722.895">24451 11719 6225,'131'-70'2105,"-131"70"-905,3 0-504,-3 26 24,0 10 185,0 5-257,0 0-200,0 3-208,4-8-112,2-4-64,1-11-64,-1-7 0,1-14-144,3 0-904,-10 0-1633</inkml:trace>
  <inkml:trace contextRef="#ctx0" brushRef="#br0" timeOffset="-19554.16">24556 11448 8530,'0'0'1512,"0"0"-896,0 0-616,0 0-488,0 0-2072</inkml:trace>
  <inkml:trace contextRef="#ctx0" brushRef="#br0" timeOffset="-19225.471">24556 11448 4545,'153'126'2136,"-123"-101"-311,-30-25-592,0 0-418,0 2-207,4 174 2445,-4-175-2910,17-12 167,-3-9-260,-9 12-47,0 0 0,0 0 0,1 1 0,0 0-1,0 0 1,1 0 0,0 1 0,0 0 0,1 0 0,-1 1 0,1 0-1,1 0-2,-7 4-10,0 0 0,0 0 0,1 1 0,-1-1 0,0 1 0,0-1 0,1 1 0,-1 0 0,0 0 0,1 0 0,-1 0 0,0 0 0,1 1 0,-1-1 0,0 1 0,1-1 0,-1 1 0,0 0 0,0 0 0,0 0 0,0 0 0,0 0 0,0 0 0,0 1 0,0-1 0,0 1 0,0-1 0,-1 1 0,1 0 0,-1-1 0,1 2 10,9 27-2713,-10-21-1590</inkml:trace>
  <inkml:trace contextRef="#ctx0" brushRef="#br0" timeOffset="-18724.631">24985 11266 2537,'0'0'4099,"0"0"-1992,0 0-1119,0 0-378,0 0 145,0 0 112,12 14 13,0-1-679,-6-7-110,0 1 1,0 0-1,0 0 1,-1 0 0,0 1-1,0 0 1,-1 0 0,0 0-1,-1 1 1,1-1-1,-2 1 1,3 8-92,18 179 1382,-23-195-1202,31-5-171,105-97-100,20-18 33,-145 99 64,-29 16-188,12 6 169,0 1 0,-1 0 0,1 0 0,0 0 0,1 1 0,-1-1 0,1 1 0,-1 1-1,1-1 1,0 1 0,1 0 0,-1 0 0,1 0 0,0 1 0,0-1 0,1 1 0,0 0 0,0 0 0,0 0 0,1 1 0,0-1 0,0 1 0,0-1 0,1 1 0,0-1 0,0 1 0,1 0 0,0 0 0,0 6 13,0-8 10,-1-1-1,1 1 1,0 0 0,0-1-1,0 1 1,0 0 0,1-1-1,0 1 1,0-1-1,0 1 1,1-1 0,0 0-1,-1 1 1,1-1-1,1 0 1,-1 0 0,1 0-1,-1-1 1,1 1 0,0 0-1,0-1 1,1 0-1,-1 0 1,1 0 0,0 0-1,-1 0 1,1-1 0,0 0-1,1 0 1,-1 0-1,0 0 1,0-1 0,4 1-10,163 18-999,-155-20 355,12 0-3408</inkml:trace>
  <inkml:trace contextRef="#ctx0" brushRef="#br0" timeOffset="-15959.401">17946 10703 992,'0'0'3892,"0"0"-1668,0 0-637,0 0-321,0 0-382,0 0-232,-11 1 414,9 56-277,2-32-625,-1 37-26,2 0 0,3 0-1,3-1 1,11 44-138,-17-100-356,8 28 553,1-26-5797,-10-10-59</inkml:trace>
  <inkml:trace contextRef="#ctx0" brushRef="#br0" timeOffset="-15705.429">17792 10447 9106,'0'0'1440,"0"0"-640,0 0-103,0 0-553,0 0-144,0 0-328,0 0-1057,69 3-1799</inkml:trace>
  <inkml:trace contextRef="#ctx0" brushRef="#br0" timeOffset="-15409.91">18205 10665 3841,'0'0'3461,"0"0"-2109,0 0-605,0 0-179,9 25-185,27 84-121,-30-93-74,-1 1 0,-1-1 0,-1 1 0,0 0-1,-1 0 1,-1 0 0,0 0 0,-2 6-188,1 6 376,17-40-301,48-79 250,-53 70-373,1 0-1,1 1 1,0 1-1,2 0 0,0 1 1,1 1-1,1 0 1,0 1-1,6-3 49,-23 17-1,0 0 0,0 0 1,0 0-1,1 0 0,-1 0 0,0 1 0,1-1 1,-1 0-1,0 0 0,1 1 0,-1-1 0,0 1 1,1-1-1,-1 1 0,1 0 0,-1 0 0,1 0 1,-1-1-1,1 1 0,-1 1 0,1-1 0,-1 0 1,1 0-1,-1 0 0,1 1 0,-1-1 0,1 1 1,-1-1-1,1 1 0,-1 0 0,0-1 0,1 1 1,-1 0-1,0 0 0,0 0 0,0 0 0,0 0 1,0 0-1,0 0 0,0 0 0,0 1 0,0-1 1,0 0-1,-1 1 0,1-1 0,0 0 0,-1 1 1,1-1 0,6 80 373,-7-67-352,0 148-2117,0-144-2235</inkml:trace>
  <inkml:trace contextRef="#ctx0" brushRef="#br0" timeOffset="-14571.033">18915 10594 2873,'0'0'1549,"0"0"-246,0 0-81,0 0 73,0 0-124,0 0-355,0-14-101,-2-43-133,2 56-557,0-1-1,-1 1 1,1 0-1,-1-1 1,1 1-1,-1 0 0,0-1 1,0 1-1,1 0 1,-1 0-1,0 0 1,0 0-1,0 0 0,0 0 1,0 0-1,0 0 1,0 0-1,-1 0 0,1 0 1,0 1-1,-1-1 1,1 0-1,0 1 1,-1-1-1,1 1 0,0 0 1,-1-1-1,1 1 1,-1 0-1,1 0 1,-1 0-1,1 0 0,0 0 1,-1 0-1,1 0 1,-1 0-1,1 1 1,-1-1-1,1 1 0,-2 0-24,-8 0 121,1 2-92,-1 1 1,2 0-1,-1 1 0,0 0 0,1 1 1,0 0-1,0 0 0,1 1 0,0 0 1,0 0-1,1 1 0,-1 0 1,2 1-1,-1-1 0,1 1 0,1 1 1,-1-1-1,1 1 0,-1 6-29,4-14-1,0 0 0,0 1-1,0-1 1,0 1 0,1 0 0,-1 0-1,1 0 1,0-1 0,0 1 0,0 0-1,0 0 1,1 0 0,-1 1 0,1-1-1,0 0 1,-1 0 0,1 0 0,1 0-1,-1 0 1,0 0 0,1 1 0,0-1-1,0 0 1,0 0 0,0 0 0,0-1-1,0 1 1,1 0 0,-1 0 0,1-1-1,0 1 1,0-1 0,0 1-1,1 0 2,253 24-405,-252-23 443,-1-1 0,0 1 0,-1 0 0,1 0 0,0 0 0,-1 0 0,0 0 0,0 1 0,0-1 0,-1 1 0,0-1 0,1 1 0,-2 0 0,1-1 0,0 1 1,-1 0-1,0 0 0,0-1 0,0 1 0,-1 0 0,0 0 0,0-1 0,0 1 0,0-1 0,-1 1 0,1-1 0,-1 1 0,-1-1 0,1 0 0,0 0 0,-3 4-38,4-7 9,-4 6 11,0 0-1,0 0 1,0-1 0,-1 1 0,1-1-1,-2-1 1,1 1 0,-1-1-1,1 0 1,-2 0 0,1-1-1,-2 1-19,-11-30-3576,16-8-2155</inkml:trace>
  <inkml:trace contextRef="#ctx0" brushRef="#br0" timeOffset="-14158.863">19099 10588 5497,'0'0'1038,"0"0"-247,0 0-34,0 0-206,0 0-230,0 0-141,18 13-62,55 40 79,-31-40 897,-38-15-1045,-1 0 1,0 0-1,0 0 0,-1-1 1,1 1-1,0-1 1,-1 0-1,0 0 1,1 0-1,-1 0 1,0 0-1,-1 0 1,1-1-1,0 1 1,-1-1-1,0 1 1,0-1-1,0 1 1,0-1-1,-1 0 0,1-2-49,3-7 63,1-74-311,-60 83-313,50 6 562,0 1 1,0 0-1,0 0 1,0 0-1,1 1 0,-1 0 1,1 0-1,0 0 1,0 0-1,1 0 1,-1 1-1,1 0 1,0 0-1,0 0 1,1 0-1,-1 0 1,1 0-1,0 1 1,0-1-1,1 1 1,0-1-1,0 2-1,-11 129 673,12-132-658,0 1 0,0 0 0,1 0 0,0 0 0,0 0 0,0 0 0,0 0-1,1 0 1,0-1 0,0 1 0,0-1 0,0 1 0,1-1 0,-1 0 0,1 0 0,1 0 0,-1 0 0,0 0-1,1-1 1,0 0 0,-1 0 0,1 0 0,1 0 0,-1 0 0,0-1 0,1 1 0,-1-1 0,1-1 0,0 1 0,-1-1-1,1 1 1,0-1 0,3 0-15,0 0-72,0 0-1,1 0 0,-1-1 1,0 0-1,0 0 0,0-1 0,0 0 1,0-1-1,0 1 0,0-1 1,0-1-1,0 0 0,-1 0 1,1 0-1,-1-1 0,0 0 1,0-1-1,4-3 73,30-29-2235</inkml:trace>
  <inkml:trace contextRef="#ctx0" brushRef="#br0" timeOffset="-13804.968">19436 10461 4753,'0'0'2322,"0"0"-656,0 0-817,0 0-532,0 0-149,0 0-11,18 18-17,59 56-22,-69-66-48,0-1-1,0 1 1,-1 0-1,0 1 1,0 0 0,-1 0-1,0 1 1,-1-1-1,0 1 1,0 0-1,-1 1 1,0-1-1,-1 1 1,-1 0-1,1 0 1,-2 0 0,1 0-1,-2 0 1,1 0-1,-2 2-69,1-10 63,0-1-1,0 0 1,0 0 0,0 0-1,-1 1 1,1-1-1,-1 0 1,0 0-1,0 0 1,1 0 0,-1 0-1,-1 0 1,1 0-1,0-1 1,0 1-1,-1 0 1,1-1 0,-1 1-1,1-1 1,-1 1-1,0-1 1,1 1 0,-1-1-1,0 0 1,0 0-1,0 0 1,0 0-1,0-1 1,0 1 0,0 0-1,0-1 1,-1 1-1,1-1 1,0 0 0,0 0-1,0 0 1,0 0-1,-1 0 1,1 0-1,-2-1-62,-3-29 633,6 18-617,1 0 1,1 0 0,0 0 0,0 0 0,2 0 0,-1 0 0,1 1 0,1-1 0,0 1-1,1 0 1,0 0 0,4-6-17,132-179-3091,-113 155-827</inkml:trace>
  <inkml:trace contextRef="#ctx0" brushRef="#br0" timeOffset="-13488.329">19757 9810 7610,'0'0'2008,"0"0"-976,0 0-592,0 0 473,0 0-153,62 233-376,-39-136-24,0 6 64,0 1-88,0-7-40,-4-12-192,1-14-56,-1-21 8,-5-12-56,-5-14-272,-9-18-792,0-6-1417,0 0-2984</inkml:trace>
  <inkml:trace contextRef="#ctx0" brushRef="#br0" timeOffset="-13236.008">19786 10208 8314,'0'0'1352,"0"0"160,0 0-479,174-79-625,-112 55-184,7 9-216,-1 9-8,-19 3-1016,-16 3-2961</inkml:trace>
  <inkml:trace contextRef="#ctx0" brushRef="#br0" timeOffset="-11793.835">18660 11625 3585,'0'0'1089,"0"0"94,0 0-59,0 0-258,0 0-253,0 0-160,-22-15-32,-73-43 27,91 55-391,-1 2 0,0-1-1,0 1 1,0-1 0,0 1 0,0 1 0,0-1 0,0 1-1,-1 0 1,1 0 0,0 0 0,0 1 0,0-1-1,0 1 1,0 1 0,0-1 0,0 1 0,0 0-1,1 0 1,-1 0 0,0 1 0,1-1 0,0 1-1,0 0 1,0 0 0,0 1 0,0-1 0,0 1-1,1 0 1,0 0 0,0 0 0,0 0 0,0 1-1,1-1 1,0 1 0,0 0 0,0-1 0,0 1-1,1 0 1,-1 0 0,1 0 0,1 0 0,-1 1-1,1-1 1,0 0 0,0 0 0,0 0 0,1 0-1,0 5-56,1-1 4,1-1-1,-1 0 0,2 1 0,-1-1 0,1 0 1,0-1-1,0 1 0,1-1 0,0 0 0,1 0 1,-1 0-1,1-1 0,0 0 0,1 0 0,0 0 1,0-1-1,0 0 0,0 0 0,1-1 0,0 0 1,0 0-1,0-1 0,0 0 0,8 1-3,24 16 33,-35-18 11,-1-1 0,1 1 1,0 0-1,-1 0 0,1 1 1,-1-1-1,0 1 0,0 0 0,0 0 1,0 0-1,0 1 0,-1-1 1,0 1-1,1 0 0,-1 0 1,-1 0-1,1 0 0,-1 1 0,1-1 1,-1 1-1,0-1 0,-1 1 1,1 0-1,-1 0 0,0 0 1,0 0-1,-1 0 0,1 0 0,-1 0 1,0 0-1,0 0 0,-2 4-44,-1-3 38,-1-1-1,-1 1 0,1-1 0,-1 0 0,0 0 1,0-1-1,0 1 0,-1-1 0,0 0 0,1-1 1,-1 1-1,-1-1 0,1 0 0,0-1 0,-1 1 1,1-1-1,-1-1 0,0 1 0,-4-1-37,10-1-51,0 0 0,0 0 0,-1-1 0,1 1 0,0 0 0,0-1 0,0 1 0,0-1 0,0 1 0,0-1 1,0 0-1,0 1 0,0-1 0,0 0 0,0 0 0,0 0 0,0 0 0,1 0 0,-1 0 0,0 0 0,1 0 0,-1 0 0,1 0 0,-1 0 0,1 0 0,-1 0 0,1 0 0,0 0 0,-1-1 0,1 1 0,0 0 0,0 0 0,0 0 0,0-1 0,0 0 51,0-2-311,-5-31-3263</inkml:trace>
  <inkml:trace contextRef="#ctx0" brushRef="#br0" timeOffset="-11404.55">18873 11752 3537,'0'0'2200,"0"0"-990,0 0-390,0 0-144,0 0-85,0 0-158,18 10-111,57 31 38,-74-40-334,1 0-1,-1 0 1,1-1 0,0 1 0,-1-1 0,1 0 0,0 1-1,-1-1 1,1 0 0,0 0 0,0 0 0,-1 0-1,1-1 1,0 1 0,-1 0 0,1-1 0,0 1-1,-1-1 1,1 1 0,0-1 0,-1 0 0,1 0 0,-1 1-1,1-1 1,-1 0 0,0-1 0,1 1 0,-1 0-1,0 0 1,0 0 0,0-1 0,0 1 0,0-1-1,0 1 1,0-1 0,0 1 0,-1-1 0,1 1 0,-1-1-1,1 0 1,-1 1 0,1-1 0,-1 0 0,0 1-1,0-1 1,0 0 0,0 0 0,0 1 0,0-1 0,0 0-1,-1 1 1,1-1 0,-1 0 0,1 1 0,-1-1-1,0 0 1,1 1 0,-2-2-26,2-5 145,0-11 31,1 16-166,0 0-1,0 0 1,-1 1 0,1-1 0,-1 0-1,0 0 1,0 0 0,0 0 0,0 0-1,-1 0 1,1 0 0,-1 0 0,1 1-1,-1-1 1,0 0 0,0 0 0,-1 1 0,1-1-1,0 1 1,-1-1 0,0 1 0,1-1-1,-1 1 1,0 0 0,0 0 0,0 0-1,-1 0 1,1 0 0,0 1 0,-1-1-1,1 1 1,-1-1 0,1 1 0,-4-1-10,3 1 1,-1 0 0,1 1 0,-1-1 0,0 1 0,0 0 0,1 0 0,-1 0 0,0 0 0,1 1 0,-1-1 1,0 1-1,1 0 0,-1 0 0,1 0 0,-1 1 0,1-1 0,-1 1 0,1 0 0,0 0 0,0 0 0,0 0 0,0 1 0,0-1 1,1 1-1,-1 0 0,1-1 0,0 1 0,-1 0 0,1 1 0,1-1 0,-1 0 0,0 1-1,-34 118 40,32-101 70,2-1 0,0 1 0,1 0 0,1-1 0,1 1 0,1 0 0,2 9-110,-3-24 14,1-1-1,-1 1 0,1-1 0,0 0 0,1 0 0,-1 0 0,1 0 1,0 0-1,0 0 0,1-1 0,0 1 0,-1-1 0,1 0 0,1 0 0,-1 0 1,0-1-1,1 0 0,0 0 0,0 0 0,0 0 0,0-1 0,0 0 0,0 0 1,1 0-1,-1 0 0,1-1 0,-1 0 0,1 0 0,1-1-13,5 1-94,1 0 0,-1-1-1,0-1 1,1 0 0,-1-1-1,0 0 1,1 0 0,-1-2 0,-1 1-1,1-2 1,0 0 0,-1 0-1,0-1 1,0 0 0,-1-1 0,0 0-1,4-3 95,47-44-2591</inkml:trace>
  <inkml:trace contextRef="#ctx0" brushRef="#br0" timeOffset="-10526.333">19259 11230 5649,'0'0'2329,"0"0"-425,0 0-808,0 0-552,0 0-111,0 0 471,16 151-32,1-45-248,6 15-296,-4 2-96,4-5-152,0-21-72,0-11-8,0-27-16,0-24-592,-3-17-1048,-11-18-2737</inkml:trace>
  <inkml:trace contextRef="#ctx0" brushRef="#br0" timeOffset="-10162.794">19590 11655 6089,'0'0'1410,"0"0"-430,0 0-410,0 0-66,0 0-48,0 0-95,16 8-57,50 23 72,-66-30-364,1-1 0,0 1 0,0 0 0,0-1 0,0 1 0,0-1 0,0 1 0,0-1 0,0 0 0,1 1 0,-1-1 0,0 0 0,0 0 0,0 0 0,0 0 0,0 0 0,0 0 0,1 0 0,-1 0 0,0 0 0,0 0 0,0-1 0,0 1 0,0 0 0,0-1 0,0 1 0,0-1 0,0 1 0,0-1 0,0 1 0,0-1 0,0 0 0,0 0 0,0 1 0,-1-1 0,1 0 0,0 0 0,-1 0 0,1 0 0,0 0 0,-1 0 0,1 0 0,-1 0 0,0 0 0,1 0 0,-1 0 0,0 0 0,1 0 0,-1-1 0,0 1 0,0 0 0,0 0 0,0 0 0,0 0 0,0 0 0,-1 0 0,1-1 0,0 1-12,1-9 65,7-152 336,-8 160-400,-1 1 1,0-1-1,1 0 0,-1 0 0,0 1 1,0-1-1,0 1 0,-1-1 0,1 1 1,0-1-1,-1 1 0,1 0 1,0 0-1,-1 0 0,1 0 0,-1 0 1,0 0-1,1 0 0,-1 0 1,0 0-1,0 1 0,1-1 0,-1 1 1,0-1-1,0 1 0,0 0 1,0 0-1,0 0 0,0 0 0,1 0 1,-1 0-1,0 0 0,0 1 1,0-1-1,0 1 0,1-1 0,-1 1 1,0 0-1,0 0 0,1-1 1,-1 1-1,1 0 0,-1 1 0,1-1 1,-1 0-1,1 0 0,0 1 1,-1-1-1,1 0 0,0 1 0,0 0 1,0-1-1,0 1 0,0 1-1,-10 25 104,2 0 0,1 1 0,1 0 0,2 1 0,1 0 0,1 0 1,1-1-1,2 1 0,2 15-104,-2-44 5,-1 4-21,0 0 0,0 0-1,0 0 1,0 1 0,1-1 0,0 0 0,0 0 0,0 0 0,1 0 0,0 0-1,0 0 1,0 0 0,0 0 0,1 0 0,0 0 0,0-1 0,0 1 0,1-1-1,-1 1 1,1-1 0,0 0 0,0 0 0,1 0 0,-1 0 0,1-1 0,0 1-1,0-1 1,0 0 0,0 0 0,1-1 0,-1 1 0,1-1 0,-1 0-1,1 0 1,0-1 0,0 1 0,0-1 0,0 0 0,0 0 0,0-1 0,0 1-1,0-1 1,1 0 16,82-46-4115,-48 9-562</inkml:trace>
  <inkml:trace contextRef="#ctx0" brushRef="#br0" timeOffset="-9888.307">20140 11457 3457,'0'0'1040,"0"0"-76,0 0 22,0 0-161,0 0-193,0 0-1,-27 18 89,-82 62 130,106-76-777,-1-1 1,0 1-1,1 0 0,0 0 1,0 0-1,0 0 0,0 1 1,1-1-1,0 1 0,0-1 1,0 1-1,0 0 0,1 0 1,-1 0-1,1 0 0,1 0 1,-1 0-1,1 0 0,0 0 1,0 0-1,0 1 0,1-1 1,0 2-74,0 13 171,-1-17-166,0 0 0,0-1 1,0 1-1,0 0 0,0-1 1,1 1-1,-1 0 0,1 0 1,-1-1-1,1 1 0,0-1 1,0 1-1,1-1 0,-1 1 1,0-1-1,1 0 0,0 1 1,-1-1-1,1 0 0,0 0 1,0 0-1,0 0 0,0-1 1,0 1-1,1-1 0,-1 1 1,0-1-1,1 0 0,-1 0 1,1 0-1,-1 0 0,1 0 1,0 0-1,-1-1 0,1 1 1,0-1-1,0 0 0,-1 0 1,1 0-1,0 0 0,0 0 1,-1-1-1,2 1-5,7 0-234,1 0 0,-1-1 0,0 0 0,1-1-1,-1-1 1,0 1 0,0-2 0,0 1 0,0-1 0,-1-1 0,1 0 0,-1-1 0,-1 0 0,1 0 0,5-6 234,23-20-2632</inkml:trace>
  <inkml:trace contextRef="#ctx0" brushRef="#br0" timeOffset="-9585.583">20238 10995 1568,'0'0'5260,"0"0"-3111,0 0-1189,0 0-31,0 0 82,11 28-159,69 183-89,-47-108-773,-5 2 0,-4 0 0,-1 27 10,-19-90-1237,-4-16-2888,0-18-470</inkml:trace>
  <inkml:trace contextRef="#ctx0" brushRef="#br0" timeOffset="-9320.579">20205 11139 7458,'0'0'1384,"0"0"80,0 0-264,200-21-743,-128 4-273,-13 2-184,-10 3-1001,-29 0-3071</inkml:trace>
  <inkml:trace contextRef="#ctx0" brushRef="#br0" timeOffset="-8060.064">16709 12963 2889,'0'0'1301,"0"0"209,0 0 25,0 0-107,0 0-292,0 0-59,-8 2-181,-22 6-221,22-6-138,9-19 282,6-6-781,1 0 1,1 0-1,1 0 1,1 1-1,1 1 1,1 0-1,0 1 1,2 0-1,0 1 1,8-7-39,-9 10 14,8-16-17,1 1 1,2 1-1,1 1 0,1 2 1,2 1-1,1 1 1,0 1-1,2 2 0,0 1 1,2 1-1,0 2 1,1 2-1,1 1 1,0 1-1,24-4 3,68-3 100,-2-6 0,0-5 0,-2-5 0,2-8-100,10 6 56,-138 36-8,1 0-1,-1 0 1,0 0-1,0 0 1,-1 0-1,1 1 1,-1-1-1,1 1 1,-1-1 0,0 1-1,0 0 1,0 0-1,0 0 1,0 1-1,0-1 1,0 1-1,-1-1 1,1 1-1,-1 0 1,1 1-1,0-1 1,-3 0-48,-22-12 86,-188-130 338,265 140-284,250 71-67,-296-67-72,-1-1-1,1 0 0,0 0 1,-1 0-1,1 1 0,-1-1 0,1 1 0,0-1 0,-1 1 0,1 0 1,-1 0-1,0 1 0,1-1 0,-1 0 0,0 1 0,0-1 0,0 1 1,0 0-1,0-1 0,0 1 0,0 0 0,0 0 0,-1 1 0,1-1 0,-1 0 1,0 0-1,0 1 0,1-1 0,-2 1 0,1-1 0,0 1 0,0-1 1,-1 1-1,1 0 0,-1-1 0,0 1 0,0 0 0,-2 14 31,0 0 0,-1-1 0,-1 1 0,-1-1 0,0 0 0,-1 0 0,-1 0 1,-1-1-1,0 0 0,-1 0-31,-13 28 11,3-4 35,-53 141-7,73-179-81,-1 1-1,1-1 1,0 0 0,0 1 0,0-1 0,-1 0-1,1 0 1,0 1 0,1-1 0,-1 0-1,0 0 1,0 0 0,0 0 0,1-1-1,-1 1 1,0 0 0,1 0 0,-1-1 0,0 1-1,1-1 1,-1 1 0,1-1 0,-1 0-1,1 1 1,-1-1 0,1 0 0,0 0-1,-1 0 1,1 0 0,-1-1 0,1 1 0,-1 0-1,1 0 1,-1-1 0,1 1 0,-1-1-1,0 0 1,1 1 0,-1-1 0,0 0-1,1 0 1,-1 0 0,0 0 0,0 0 0,0 0-1,0 0 1,0 0 0,0 0 0,0 0-1,0-1 1,1 0 42,46-35-2428</inkml:trace>
  <inkml:trace contextRef="#ctx0" brushRef="#br0" timeOffset="-6309.04">20506 10344 1592,'0'0'1745,"0"0"-224,0 0 29,0 0-167,0 0-196,0 0-102,-19 7-7,-57 25-6,57-24-321,19-8-197,0 0-48,0 0-131,12-14 2,25-21-281,1 1 0,1 2-1,2 2 1,1 2-1,2 2 1,0 1 0,2 3-1,0 1 1,10-1-96,-23 11 28,18-10-6,1 3 0,0 3-1,2 1 1,-1 3 0,1 2-1,55-1-21,160 10 16,-235 4-13,-1 1 0,1 1 0,-1 2 0,-1 1-1,0 2 1,0 1 0,-1 2 0,0 1 0,0 2-3,28 13 26,-1 3-1,-2 3 1,-1 2 0,-2 2 0,26 29-26,204 207 85,-169-130-23,-41-30-37,-26-38-14,-58-45 261,10-31-268,0 1-10,1 0 0,0 0 0,-1 0 0,1 0 1,0 0-1,0 0 0,1 0 0,-1 0 0,1 0 0,-1 0 0,1 0 1,0 0-1,0 0 0,0-1 0,1 1 0,-1 0 0,1-1 0,-1 1 1,1-1-1,0 1 0,0-1 0,0 0 0,0 0 0,0 0 0,1 0 1,-1 0-1,0 0 0,1-1 6,-27 10 241,-30-13-229,6-9 9,0-2 1,1-3-1,1-1 0,0-3 0,2-1 0,-4-5-21,42 23 3,-153-88 573,197 106-592,69 47 2,4-5 1,1-5 0,58 17 13,-168-68-1,0 0 1,0 0 0,0 0-1,0-1 1,0 1 0,0 0-1,1-1 1,-1 0 0,0 1-1,0-1 1,0 0 0,1 0 0,-1 0-1,0 0 1,0 0 0,0-1-1,1 1 1,-1-1 0,0 1-1,0-1 1,0 0 0,0 0-1,0 0 1,0 0 0,1-1 0,43-153 102,-27 69-70,-4 29-32,-3-1-1,-2-1 0,-3 0 1,-2-24 0,-7 90-640,-12 18-1477</inkml:trace>
  <inkml:trace contextRef="#ctx0" brushRef="#br0" timeOffset="-1703.623">17190 10638 2905,'0'0'840,"0"0"256,0 0 176,0 0-255,0 0-209,0 0 120,-6 0-304,-1 0-64,4 6-216,-4 3-240,4 6-32,-4 11 32,-2 4-96,5 8-8,-2 12-320,-4 15-1096,0-6-1081,7-12-3952</inkml:trace>
  <inkml:trace contextRef="#ctx0" brushRef="#br0" timeOffset="-1456.216">17203 11451 4057,'0'0'1176,"0"0"-448,0 0-96,0 0-280,0 0-191,0 0-113,0 0-40,-19 89-8,19-72-56,16 10-177,0-3-727,1-7-1224</inkml:trace>
  <inkml:trace contextRef="#ctx0" brushRef="#br0" timeOffset="-1209.754">17351 12300 3785,'0'0'1848,"0"0"-1120,0 0-400,0 0-176,0 0-48,0 0-48,0 0 1,32 109-33,-22-100-24,0 2-209,0 13-295,-4 0-1008,1-1-976</inkml:trace>
  <inkml:trace contextRef="#ctx0" brushRef="#br0" timeOffset="-1036.963">17563 13134 3521,'0'0'752,"0"0"-336,0 0-264,0 0-152,0 0-56,0 0-888,0 0-1449</inkml:trace>
  <inkml:trace contextRef="#ctx0" brushRef="#br0" timeOffset="-856.853">17760 13685 3265,'0'0'1048,"0"0"-232,0 0 96,0 0-536,0 0-200,0 0-176,0 0-472,19 117-1048</inkml:trace>
  <inkml:trace contextRef="#ctx0" brushRef="#br0" timeOffset="-683.591">17897 14300 4801,'0'0'1088,"0"0"32,0 0-415,0 0-273,0 0-120,0 0-184,0 0-128,36 86 0,-32-74-48,2 5-912,-3 1-961,1-3-1191</inkml:trace>
  <inkml:trace contextRef="#ctx0" brushRef="#br0" timeOffset="-519.604">18176 14786 736,'0'0'904,"0"0"257,0 0-145,0 0-80,0 0-80,0 0-304,98 151-88,-95-142-160,-3 8-191,0-11-113,7 0-401,-4-6-1159</inkml:trace>
  <inkml:trace contextRef="#ctx0" brushRef="#br0" timeOffset="528.45">21986 14798 5801,'0'0'1433,"0"0"-681,0 0-560,0 0-192,0 0-192,7-156-777,-4 109-1087</inkml:trace>
  <inkml:trace contextRef="#ctx0" brushRef="#br0" timeOffset="529.45">21950 13797 3977,'0'0'2384,"0"0"-647,0 0-625,0 0-368,0 0-512,0 0-80,0 0-152,-49-189-8,42 112-232,1 16-1648,-1-1-2897</inkml:trace>
  <inkml:trace contextRef="#ctx0" brushRef="#br0" timeOffset="780.825">21813 12913 336,'0'0'4849,"0"0"-3025,0 0 65,0 0-849,0 0-40,0 0-400,0 0-343,-122-154-257,116 110 0,-4-23-257,0-1-1135,7 12-3321</inkml:trace>
  <inkml:trace contextRef="#ctx0" brushRef="#br0" timeOffset="944.449">21551 12194 3961,'0'0'968,"0"0"-400,0 0-256,0 0-312,0 0-8,-118-171-1632</inkml:trace>
  <inkml:trace contextRef="#ctx0" brushRef="#br0" timeOffset="1127.681">21289 11596 312,'0'0'6305,"0"0"-4288,0 0-1137,0 0-504,0 0-376,0 0-104,0 0-1792,-56-133-4602</inkml:trace>
  <inkml:trace contextRef="#ctx0" brushRef="#br0" timeOffset="1330.97">20997 10962 5241,'0'0'1432,"0"0"-375,0 0-273,0 0-528,0 0-256,0 0-1248,0 0-3129</inkml:trace>
  <inkml:trace contextRef="#ctx0" brushRef="#br0" timeOffset="1580.993">20772 10609 4849,'0'0'1272,"0"0"-199,0 0-609,0 0-464,0 0-272,0 0-1265,0 0-743</inkml:trace>
  <inkml:trace contextRef="#ctx0" brushRef="#br0" timeOffset="1581.993">20362 10302 4369,'0'0'1328,"0"0"-56,0 0-239,0 0-473,0 0-288,0 0-192,0 0-80,-176-38-1056,149 26-1473</inkml:trace>
  <inkml:trace contextRef="#ctx0" brushRef="#br0" timeOffset="1830.169">19740 10070 4849,'0'0'1024,"0"0"305,0 0-449,0 0-384,0 0-320,0 0-176,0 0-672,-173-30-1225,140 18-4248</inkml:trace>
  <inkml:trace contextRef="#ctx0" brushRef="#br0" timeOffset="2137.594">19171 10043 3817,'0'0'1176,"0"0"176,0 0-311,0 0-489,0 0-240,-193 32-192,153-20-80,8 0-40,-14 3-448,6-6-921,11-3-1311</inkml:trace>
  <inkml:trace contextRef="#ctx0" brushRef="#br0" timeOffset="2138.594">18405 10202 4369,'0'0'1120,"0"0"256,0 0-47,0 0-681,0 0-400,0 0-128,0 0-120,-138 30-752,119-30-1945</inkml:trace>
  <inkml:trace contextRef="#ctx0" brushRef="#br0" timeOffset="2378.43">17501 10517 4649,'0'0'888,"0"0"-24,0 0-223,0 0-577,0 0-64,0 0-2345,0 0-288</inkml:trace>
  <inkml:trace contextRef="#ctx0" brushRef="#br0" timeOffset="8478.798">24975 11192 5497,'0'0'1255,"0"0"-112,0 0-27,0 0-361,0 0-372,-10 0 2021,115-56-2206,-38 6-137,-2-2 0,-3-3 1,-2-2-1,48-62-61,-74 79 25,-2-2-1,-2-1 1,-2-1-1,-1-2 1,-3 0 0,-2-2-1,7-22-24,-22 44 133,-1-1-1,-1 1 1,-1-1-1,-2 0 1,0 0-1,-2 0 1,-2-7-133,2-5 140,-3 1 41,-2 1-1,-1 0 1,-2 0-1,-2 1 0,-10-24-180,16 46 68,-189-473 421,190 477-489,-54-158 510,7-2 1,-23-154-511,49 128 52,9-1 0,8-108-52,12 251-12,1 1 0,4 0 0,1 0 0,3 1 0,19-46 12,-10 26 9,-2 19 1,4 1 1,1 1-1,3 1 0,2 1 1,1 2-1,3 1 0,2 2 1,42-39-11,-73 77 0,44-43-4,2 3 1,1 2 0,3 3 0,26-14 3,-61 41 3,342-193 5,2-2-37,-184 126 29,-152 75 1,0 1 0,1 1 0,0 1 0,0 2 0,0 1 1,10 1-2,95-9-16,-7-13 40,-130 17 78,-148-10-18,88 14-126,29 3 53,0-1 0,-1-2 0,1-1 0,0-2 0,0-1 0,0-2 0,1-1 0,1-1 0,-1-2 0,1-1-11,29 12-3,0-1 0,1 1-1,-1 0 1,1-1-1,0 1 1,-1-1 0,1 1-1,0-1 1,0 0 0,0 1-1,0-1 1,0 0-1,0 0 1,1 0 0,-1 1-1,1-1 1,-1 0 0,1 0-1,0 0 1,-1 0-1,1 0 1,0 0 0,0 0-1,1 0 1,-1 0 0,0 0-1,1 0 1,-1 0-1,1 0 1,-1 0 0,1 0-1,0 1 1,0-1 0,0 0-1,0 0 1,0 1-1,0-1 1,1 1 0,-1-1-1,0 1 1,1-1-1,-1 1 1,1 0 0,0 0-1,-1 0 1,1 0 0,0 0 3,10-6 0,1 1 0,0 1 0,0 0 0,0 1 0,0 0 0,1 1 0,0 0 0,-1 1 0,1 1 0,0 0 0,0 1 0,0 1 0,0 0 0,-1 0 0,1 2 0,0 0 0,-1 0 0,1 1 0,-1 1 0,0 0 0,-1 1 0,1 0 0,5 5 0,-4 1-74,-1 2 0,0 0 1,0 1-1,-1 0 1,-1 0-1,-1 1 1,0 1-1,-1 0 1,-1 0-1,-1 1 0,0 0 1,-1 0-1,-1 0 1,-1 1-1,0 0 1,-2 0-1,0 0 0,-1 0 1,-1 0-1,-1 0 1,0 1-1,-2-1 1,0-1-1,-1 1 1,-1 0-1,0-1 0,-2 0 1,0 0-1,-1-1 1,-1 0-1,-1 2 74,1-9-5865</inkml:trace>
  <inkml:trace contextRef="#ctx0" brushRef="#br0" timeOffset="9899.452">26592 5739 4785,'0'0'1878,"0"0"-134,0 0-169,0 0-207,0 0-243,0 0-329,-4 0-249,-55-14 195,9-16-567,19 14-128,2-1 1,0-1-1,1-1 1,1-2-1,0-1 1,2-1-1,1-1 1,1-1-1,1-1 1,-13-20-48,31 40 2,0-1 1,0 0 0,1 0-1,0 0 1,0 0-1,1 0 1,0-1-1,0 1 1,1-1-1,0 1 1,0-1-1,1 0 1,0 1-1,0-1 1,0 0-1,1 1 1,1-1-1,-1 1 1,1-1 0,0 1-1,1 0 1,0-1-1,0 1 1,1 1-1,-1-1 1,1 0-1,1 1 1,-1 0-1,4-3-2,3 1-7,0 1-1,1 1 1,-1 0 0,1 0-1,1 1 1,-1 0-1,1 1 1,0 1-1,0 0 1,0 1 0,0 0-1,0 1 1,1 0-1,-1 1 1,0 1 0,11 1 7,-15 1 6,-1 0 0,0 0 0,0 1 0,0 0 0,0 0 0,-1 1 0,1 0 0,-1 0 0,-1 0 0,1 1 1,-1 0-1,0 1 0,0 0 0,0 0 0,-1 0 0,0 0 0,-1 1 0,0 0 0,0 0 0,0 0 0,-1 0 1,0 0-1,-1 1 0,0-1 0,0 1 0,-1 0 0,0 0 0,-1-1 0,0 1 0,0 1-6,0-7 6,-1-1-1,1 0 1,-1 0 0,0 0-1,0 0 1,0 0-1,0 0 1,0 0 0,0 0-1,0 0 1,-1-1-1,1 1 1,0 0 0,-1-1-1,0 1 1,1-1 0,-1 1-1,0-1 1,0 0-1,0 0 1,0 0 0,0 0-1,0 0 1,0 0-1,0 0 1,0-1 0,0 1-1,0-1 1,-1 0-1,1 1 1,0-1 0,0 0-1,0 0 1,-1-1-1,1 1 1,0 0 0,0-1-1,0 1 1,-1-1-1,1 0 1,0 0 0,0 0-1,0 0 1,0 0-1,1 0 1,-1 0 0,0 0-1,0-1 1,1 1-1,-1-1 1,1 0 0,-1 1-1,1-1 1,-1 0-1,1 0-5,-4-21-27,1 0 0,2-1 0,0 1-1,1-1 1,1 1 0,1-1 0,3-8 27,-3 23-5,0 1 0,0 0 0,1 0 0,0 0 1,1 0-1,-1 0 0,2 0 0,-1 1 1,1-1-1,0 1 0,1 0 0,-1 0 0,2 1 1,-1 0-1,0-1 0,1 2 0,6-5 5,-8 8 7,0 1 0,0 1 0,0-1 0,0 0 0,0 1 0,0 0 0,0 0 0,1 0 0,-1 1 0,0-1 0,0 1 0,0 0 0,0 0 0,0 0 0,0 1 0,0-1 0,-1 1 0,1 0 0,0 0 0,-1 1 0,0-1-1,1 1 1,-1-1 0,0 1 0,0 0 0,-1 0 0,1 0 0,0 1 0,-1-1 0,0 1 0,0-1 0,0 1 0,0 0 0,-1 0 0,1 0 0,-1 0 0,1 3-7,3 2 16,13 20-168,0 0 0,-2 1 0,-2 1 0,0 0 0,-2 1 0,-2 0 0,-1 1 1,-1 0-1,-1 8 152,-5-12-3360</inkml:trace>
  <inkml:trace contextRef="#ctx0" brushRef="#br0" timeOffset="10334.352">26906 5238 8778,'0'0'2031,"0"0"-664,0 0-675,0 0-431,0 0-104,0 0-87,10 14-20,33 42-25,-42-54-10,0 0-1,1 0 1,0 0 0,-1 0 0,1 0 0,0 0-1,0-1 1,-1 1 0,1-1 0,1 1 0,-1-1-1,0 0 1,0 0 0,0 0 0,1 0-1,-1 0 1,1 0 0,-1 0 0,0-1 0,1 0-1,-1 1 1,1-1 0,-1 0 0,1 0 0,-1 0-1,1-1 1,-1 1 0,1 0 0,-1-1-1,1 0 1,-1 1 0,0-1 0,1 0 0,-1 0-1,0-1 1,0 1 0,0 0 0,1-2-15,53-67 417,-53 66-443,62-116-414,-65 119 379,0 1-23,0 5 9,-51 206 198,41-114 64,4 0 0,4 1 0,6 12-187,-4-77 3,1-15-1,-2-3-1,1-1 1,1 1-1,0 0 1,1-1-1,0 1 0,2-1 1,-1 0-1,2 0 1,4 10-2,-8-23-47,0 0 1,0-1 0,0 1-1,0 0 1,0 0-1,0-1 1,1 1-1,-1 0 1,0-1 0,1 0-1,-1 1 1,0-1-1,1 0 1,-1 1 0,0-1-1,1 0 1,-1 0-1,1 0 1,-1 0-1,0-1 1,1 1 0,-1 0-1,0 0 1,1-1-1,-1 1 1,0-1 0,1 1-1,-1-1 1,0 0-1,0 0 1,0 1-1,1-1 1,-1 0 0,0 0-1,0 0 1,0 0-1,-1 0 1,1 0 0,0 0-1,0 0 1,0-1-1,-1 1 1,1 0-1,-1 0 1,1-1 0,0 0 46,24-31-3593</inkml:trace>
  <inkml:trace contextRef="#ctx0" brushRef="#br0" timeOffset="10733.826">27528 5017 9002,'0'0'1980,"0"0"-821,0 0-520,0 0-316,0 0-175,0 0-72,-28 7-55,-90 24-9,116-31-12,0 0 0,1 0 0,-1 1 0,0-1 0,0 0 0,1 1 0,-1-1 0,0 1 0,1-1 0,-1 1 0,1 0 0,-1 0 0,1-1 0,-1 1 0,1 0 0,0 1 0,-1-1 0,1 0-1,0 0 1,0 0 0,0 1 0,0-1 0,0 1 0,0-1 0,0 1 0,0-1 0,1 1 0,-1-1 0,1 1 0,-1 0 0,1-1 0,-1 1 0,1 0 0,0-1 0,0 1 0,0 0 0,0 0 0,0-1 0,0 1 0,1 6-7,0-3-1,1 1 0,0-1 0,0 0 1,1 0-1,0 0 0,-1-1 0,2 1 0,-1-1 0,0 1 0,1-1 0,0 0 0,0-1 0,0 1 0,0-1 0,1 1 1,-1-1-1,1 0 0,0-1 0,0 1 0,0-1 0,0 0 0,0 0 0,5 0 8,11 8-21,0-1 28,-2 0 0,0 1-1,0 1 1,-1 1-1,0 0 1,-1 2-1,0 0 1,-1 0 0,-1 2-1,0 0 1,-1 1-1,-1 0 1,-1 1 0,8 14-8,-18-28 40,0 0-1,0 1 0,-1-1 0,1 1 0,-1 0 0,0-1 0,0 1 0,-1 0 0,1 0 0,-1-1 0,0 1 0,0 0 0,-1 0 1,1 0-1,-1-1 0,0 1 0,-1 0 0,1-1 0,-1 1 0,0-1 0,0 1 0,0-1 0,0 0 0,-1 0 0,0 0 0,0 0 0,0-1 1,0 1-1,0-1 0,-1 1 0,-3 1-38,-8 6 67,-1 0 0,0-1 0,-1-1 1,0-1-1,0 0 0,-1-1 0,0-1 1,0-1-1,0-1 0,-1 0 0,0-1 1,-15 0-68,32-3-71,0 0 0,0 0 0,0-1 1,0 1-1,0-1 0,0 1 0,0-1 0,0 0 1,0 1-1,1-1 0,-1 0 0,0 0 1,1 0-1,-1-1 0,0 1 0,1 0 1,-1-1-1,1 1 0,0-1 0,0 1 1,-1-1-1,1 1 0,0-1 0,0 0 1,0 0-1,1 1 0,-1-1 0,0 0 0,1 0 1,-1 0-1,1 0 0,0 0 0,-1 0 1,1 0-1,0 0 0,0 0 0,1 0 1,-1 0-1,0 0 0,1 0 0,-1 0 1,1 0-1,-1 0 0,1 0 71,-1-6-586,0-41-4414</inkml:trace>
  <inkml:trace contextRef="#ctx0" brushRef="#br0" timeOffset="11205.529">27957 4669 6457,'0'0'1677,"0"0"-370,0 0-372,0 0-243,0 0-214,0 0-141,-3 4-76,-12 24-216,2 0-1,1 0 1,1 1-1,1 1 1,2-1 0,1 2-1,1-1 1,2 1 0,1 0-1,1 0 1,2 0-1,1 0 1,4 27-45,-4-39 3,1-1 1,0 0-1,1-1 0,1 1 0,1 0 1,0-1-1,1 0 0,1 0 0,1-1 1,0 0-1,4 4-3,-8-13-2,2 1-1,-1 0 1,1-1 0,0 0-1,0-1 1,1 1-1,0-1 1,0 0 0,0-1-1,1 0 1,0 0 0,0-1-1,0 0 1,1 0 0,-1-1-1,1 0 1,0 0-1,0-1 1,0 0 0,0-1-1,0 0 1,6 0 2,-7 0 4,-1-1-1,1-1 1,-1 1 0,1-1 0,-1-1-1,0 1 1,1-1 0,-1 0-1,0-1 1,0 0 0,-1 0 0,1 0-1,0-1 1,-1 0 0,0 0-1,0-1 1,0 0 0,-1 0 0,1 0-1,-1-1 1,0 1 0,-1-1-1,2-3-3,6-7 5,-2-1 0,0 0-1,-1 0 1,0-1-1,-2 0 1,0 0-1,-1-1 1,-1 0 0,-1 0-1,0-1 1,-2 1-1,0-1 1,-1 0 0,-1 1-1,-1-1 1,-1-7-5,-3 6 27,-2 1 1,0 0-1,0 0 0,-2 1 1,-1 0-1,0 1 0,-1 0 1,-1 0-1,-1 1 1,0 1-1,-1 0 0,-1 1 1,-1 0-1,0 1 1,-6-3-28,13 8-50,-1 1 0,0 0 0,0 1 0,0 0 0,-1 1 0,0 0 0,0 0 0,-1 1 1,1 1-1,-1 0 0,-7-1 50,-48 7-4546,36 13-2917</inkml:trace>
  <inkml:trace contextRef="#ctx0" brushRef="#br0" timeOffset="11594.247">27826 5144 1496,'0'0'1967,"0"0"-321,0 0-247,0 0 131,0 0-166,0 0-293,0 0-326,17 0 121,-9 0-823,0 0 1,0 1 0,0 0-1,0 0 1,0 1-1,0 0 1,-1 0-1,1 1 1,-1 0 0,0 1-1,0-1 1,6 5-44,35 19 110,1-2 0,1-2 0,1-2 0,0-3 0,2-2 0,31 5-110,-72-17-1134,-14-4-3069</inkml:trace>
  <inkml:trace contextRef="#ctx0" brushRef="#br0" timeOffset="12396.309">28527 4587 3449,'0'0'1724,"0"0"-74,0 0-390,0 0-270,0 0-338,0 0-364,0-11 725,4 240 1527,-5-221-2535,1 0 0,0 0 0,1 0 0,0 0 0,0 0 0,1 0 0,0 0 0,0 0 0,0 0 0,1-1 0,1 1 0,-1-1 0,1 0 0,1 0 0,-1 0 0,1-1 0,0 1 0,0-1 0,1 0 1,0-1-1,0 1 0,0-1 0,1-1 0,0 1 0,0-1 0,0 0 0,0 0 0,4 0-5,2-1 5,-1-1 0,1-1 1,-1 0-1,1 0 0,-1-2 0,1 1 1,0-2-1,-1 1 0,1-2 0,-1 0 1,0 0-1,0-1 0,0-1 0,-1 0 1,3-1-6,249-180 441,-251 178-344,-16 15-1330,-15 10-2632</inkml:trace>
  <inkml:trace contextRef="#ctx0" brushRef="#br0" timeOffset="15682.153">27342 6649 6713,'0'0'1446,"0"0"16,0 0-477,0 0-563,0 0-329,0 0 52,3 28 101,-2 1-181,-1-12-33,1-1 0,1 0 0,0 1 0,1-1 0,1 0 0,1 0 0,0 0 0,1-1 0,5 11-32,-1-7 48,0-2 0,2 1 0,0-2 0,0 0-1,2 0 1,-1-1 0,2 0 0,16 11-48,-30-25 28,0 0-1,1 1 1,-1-1-1,1 0 1,0 0-1,-1 0 1,1-1-1,0 1 1,-1 0 0,1-1-1,0 1 1,0-1-1,-1 1 1,1-1-1,0 0 1,0 0-1,0 0 1,0 0 0,0 0-1,-1 0 1,1-1-1,0 1 1,0 0-1,0-1 1,-1 0-1,1 1 1,0-1 0,-1 0-1,1 0 1,0 0-1,-1 0 1,1 0-1,-1 0 1,0 0 0,1-1-1,-1 1 1,0 0-1,0-1 1,0 1-1,0-1 1,1 0-28,29-73 254,-29 70-283,9-38-352,-2 0 1,-2-1-1,-2 0 1,-2 0-1,-1-1 1,-3-5 380,4 74 160,0-1 1,2 0 0,1 0 0,1 0-1,0-1 1,2 0 0,0-1-1,2 0 1,0 0 0,3 1-161,50 26-1003,-8-44-3510,-29-4-2138</inkml:trace>
  <inkml:trace contextRef="#ctx0" brushRef="#br0" timeOffset="15999.61">27889 6431 7570,'0'0'1788,"0"0"-501,0 0-692,0 0-411,6 28-119,26 88-46,23-38 2,-38-64-10,-9-7 72,0-1 1,0 1 0,-1 1-1,0 0 1,0 0 0,-1 0-1,0 1 1,0-1 0,-1 2-1,0-1 1,-1 0 0,0 1-1,-1 0 1,1 0 0,-2 0-1,0 0 1,0 0-1,0 3-83,-4-7 35,0 0-1,0-1 0,-1 1 1,0 0-1,0-1 0,0 0 1,-1 0-1,1 0 0,-1 0 0,0-1 1,-1 1-1,1-1 0,-1 0 1,0 0-1,0-1 0,0 0 1,0 1-1,-1-2 0,1 1 0,-1-1 1,0 1-1,1-2 0,-1 1 1,0-1-1,-2 1-34,7-2-119,0 0 1,0 0 0,0 0-1,0 0 1,0 0-1,0 0 1,-1-1-1,1 1 1,0 0-1,0-1 1,0 1-1,0 0 1,0-1-1,0 1 1,0-1-1,0 0 1,1 1-1,-1-1 1,0 0-1,0 0 1,0 1-1,1-1 1,-1 0-1,0 0 1,1 0-1,-1 0 1,1 0-1,-1 0 1,1 0 0,-1 0-1,1 0 1,0 0-1,-1 0 1,1 0-1,0 0 1,0 0-1,0 0 1,0-1 118,-5-31-7417</inkml:trace>
  <inkml:trace contextRef="#ctx0" brushRef="#br0" timeOffset="16715.511">28150 6452 8010,'0'0'1363,"0"0"-335,0 0-88,0 0-176,0 0-313,29 10-170,89 31-65,-115-39-201,0-1 0,0 0-1,0 0 1,0 0 0,0 0-1,0 0 1,1-1-1,-1 1 1,0-1 0,0 0-1,1 0 1,-1 0-1,0 0 1,1-1 0,-1 1-1,0-1 1,0 0 0,0 0-1,0 0 1,1-1-1,-2 1 1,1-1 0,0 1-1,0-1 1,0 0-1,-1 0 1,1 0 0,-1 0-1,0-1 1,1 1-1,-1-1 1,0 1 0,0-1-1,-1 0 1,1 0 0,-1 0-1,1 0 1,-1 0-1,0 0 1,0 0 0,0 0-1,0-1 1,-1 1-1,1 0 1,-1 0 0,0-1-1,0 1 1,-1-3-15,3 2 3,-1-1 0,1 1 1,-1 0-1,0-1 0,-1 0 0,1 1 0,-1-1 1,0 1-1,0-1 0,-1 1 0,1-1 0,-1 0 1,0 1-1,0 0 0,0-1 0,-1 1 0,0 0 1,0-1-1,0 1 0,0 0 0,0 0 0,-1 1 1,0-1-1,0 0 0,-3-2-3,2 5-16,-1 0 1,1 0-1,-1 0 0,1 0 1,-1 1-1,0 0 1,1 0-1,-1 0 0,0 0 1,1 1-1,-1 0 0,1 0 1,-1 0-1,1 0 1,-1 1-1,1 0 0,0 0 1,-1 0-1,1 0 0,0 1 1,1-1-1,-1 1 1,0 0-1,1 0 0,0 1 1,-1-1-1,1 1 0,1-1 1,-1 1-1,0 0 1,1 0-1,0 0 0,-2 5 16,-2 6 25,0 0 1,1 1-1,1 0 0,0 0 0,1 0 0,0 1 0,2-1 0,0 1 1,1 1-26,-1-11 14,1 0 1,0 1-1,0-1 1,0 0-1,1 0 1,0 0-1,1 0 1,0 0-1,0 0 1,0 0-1,1-1 1,0 1-1,0-1 1,0 0 0,1 1-1,0-2 1,1 1-1,-1 0 1,1-1-1,0 0 1,0 0-1,0 0 1,1-1-1,0 0 1,0 0-1,0 0 1,0-1-1,1 0 1,5 2-15,-8-2 6,1-1 0,0 0-1,0-1 1,-1 1 0,1-1 0,0 0 0,0 0-1,0 0 1,1-1 0,-1 0 0,0 0 0,0 0-1,0-1 1,0 1 0,0-1 0,0 0 0,0-1-1,0 1 1,-1-1 0,3-1-6,3-9 24,-1 0 0,0 0-1,-1-1 1,0 0 0,-1-1 0,0 1 0,-1-1 0,-1-1-1,0 1 1,2-15-24,1 5-18,35-195-1188,-41 217 1207,0 0-1,0 0 0,0 0 1,0 0-1,0 1 0,0-1 1,1 1-1,-1 0 0,1 0 0,-1 0 1,1 0-1,-1 0 0,1 0 1,-1 0-1,1 1 0,0 0 0,-1-1 1,1 1-1,0 0 0,-1 0 1,1 0-1,0 1 0,-1-1 1,1 1-1,0-1 0,-1 1 0,1 0 1,-1 0-1,1 0 0,-1 0 1,1 1-1,-1-1 0,0 1 1,0-1-1,0 1 0,0 0 0,0 0 1,0-1-1,0 2 0,0-1 1,-1 0-1,1 0 0,-1 0 0,0 1 1,1 1-1,8 7 73,-4-6-21,0 1 0,-1 0 1,1 0-1,-1 1 0,0 0 1,-1 0-1,1 0 1,-1 0-1,-1 1 0,1-1 1,-2 1-1,1 0 1,-1 0-1,0 0 0,0 0 1,0 7-53,-71-9 1792,65-10-1774,1-1-1,-1 1 1,1 0-1,0-1 1,0 0-1,1 0 1,-1 0-1,1 0 1,0 0-1,0 0 1,1-1 0,0 1-1,0-1 1,0 1-1,0-1 1,1 1-1,0-1 1,0 1-1,1-1 1,-1 1-1,2-5-17,-2-3 36,2 6-114,-1 1 1,1 0-1,1 0 0,-1 0 1,1 0-1,0 1 0,0-1 1,0 1-1,1 0 0,0-1 1,0 2-1,1-1 1,-1 0-1,1 1 0,0 0 1,0 0-1,0 0 0,1 1 1,-1 0-1,1 0 0,0 0 1,0 1-1,0 0 0,0 0 1,0 0-1,0 1 0,1 0 1,-1 0-1,1 0 0,-1 1 1,0 0-1,1 1 0,-1-1 1,2 1 77,20-3-3568</inkml:trace>
  <inkml:trace contextRef="#ctx0" brushRef="#br0" timeOffset="17465.638">28867 6354 6577,'0'0'2073,"0"0"-217,0 0-303,0 0-449,0 0-576,0 0-128,0 0-184,89-58-40,-43 25-128,3 7-40,-7-1-8,-2 4 0,-11-1-272,-9 0-544,-14 7-1153,-6 2-3736</inkml:trace>
  <inkml:trace contextRef="#ctx0" brushRef="#br0" timeOffset="18733.472">29188 5621 4513,'0'0'5660,"0"0"-2637,0 0-1252,0 0-788,0 0-507,-4-5-298,-14-3-124,31 43 4,2 6-10,15 149 184,-23-235-216,-6 29-55,1-1-1,1 1 1,1 0 0,0 0 0,1 0 0,1 1 0,0-1 0,1 1 0,1 1-1,0-1 1,1 2 0,0-1 0,1 1 0,1 0 0,0 1 0,1 0 0,0 1-1,3-1 40,-14 11-2,0-1 0,0 1 0,0 0 0,0 0-1,0 0 1,0 0 0,0 0 0,0 0-1,1 0 1,-1 1 0,1-1 0,-1 0-1,0 1 1,1-1 0,-1 1 0,1-1 0,-1 1-1,1-1 1,-1 1 0,1 0 0,-1 0-1,1 0 1,0 0 0,-1 0 0,1 0-1,-1 1 1,1-1 0,-1 0 0,1 1 0,-1-1-1,1 1 1,-1 0 0,0-1 0,1 1-1,-1 0 1,0 0 0,1 0 0,-1 0-1,0 0 1,0 0 0,0 0 0,0 0 0,0 1-1,0-1 1,0 0 0,0 0 0,-1 1-1,1-1 1,0 2 2,-1 32 556,0-35-388,0 0-72,0 0-36,0 0-81,0 0-126,13-14-636,-9 13 764,1 0-1,-1 1 0,0-1 0,1 1 0,-1 0 0,0 0 1,1 0-1,-1 1 0,1-1 0,-1 1 0,0 0 0,0 0 0,0 1 1,1-1-1,-1 1 0,0 0 0,-1 0 0,1 0 0,0 1 1,-1-1-1,1 1 0,-1 0 0,0 0 0,0 0 0,0 0 0,0 1 1,0-1-1,0 2 20,23 17-23,42 15 80,-68-37 102,0-3 34,0-1-197,0 0 1,0 0-1,-1 0 0,1 0 0,-1 1 0,0-1 1,0 0-1,0 1 0,-1-1 0,1 0 1,-1 1-1,0 0 0,0-1 0,0 1 0,-1 0 1,1 0-1,-1 0 0,1 0 0,-1 1 1,0-1-1,0 1 0,0 0 0,-1 0 0,1 0 1,0 0-1,-1 0 0,1 1 0,-1-1 1,0 1-1,1 0 0,-1 0 0,0 0 0,0 1 1,0 0-1,1-1 0,-3 1 4,2 29-145,7-28 144,1-1-1,-1 1 1,1-1 0,-1 1 0,1-1 0,-1 0-1,1-1 1,-1 1 0,1 0 0,-1-1 0,1 0 0,-1 0-1,0 0 1,1 0 0,-1-1 0,0 1 0,0-1 0,0 0-1,0 0 1,0 0 0,0 0 0,0 0 0,-1-1-1,1 1 1,-1-1 0,0 0 0,0 1 0,0-1 0,1-2 1,44-98 8,-37 36-1,-2-1-1,-4 0 0,-3 0 1,-4-28-7,2-14 16,0 89 17,-1 18-33,1 0-1,0 0 0,0 0 1,1 0-1,-1 0 0,1 0 0,-1 0 1,1 0-1,0 0 0,0 0 1,1-1-1,-1 1 0,0 0 1,1 0-1,0 0 0,0 0 0,0 0 1,0 0-1,0 1 0,1-1 1,-1 0-1,1 0 0,0 1 1,-1-1-1,1 1 0,1 0 1,-1-1-1,0 1 0,0 0 0,1 0 1,-1 1-1,1-1 0,2-1 1,3 6 39,0 0 0,0 1 0,-1 0 0,1 1 0,-1-1 0,0 1 0,0 1 0,0-1 0,-1 1 0,1 0 0,-1 1 0,-1-1 1,0 1-1,0 0 0,0 1 0,-1-1 0,0 1 0,0 0 0,-1 0 0,0 0 0,0 0 0,1 9-39,5 4 16,-3-9-10,-1 1 1,0 0-1,-1 0 0,-1 0 0,0 0 0,-1 1 0,0-1 1,-1 1-1,-1-1 0,0 1 0,-1 2-6,-1-10 10,0 0-1,0 0 1,-1 0-1,0 0 1,0-1-1,-1 1 0,1-1 1,-1 0-1,0 0 1,-1 0-1,1-1 1,-1 1-1,0-1 1,0 0-1,-1-1 1,1 1-1,-1-1 1,1 0-1,-1 0 0,0-1 1,-5 2-10,2-3 36,15-17-80,143-118-28,-14-8 141,-135 142-102,-1 1 1,1-1-1,-1 1 0,1-1 0,0 1 0,-1 0 0,1-1 0,0 1 1,0-1-1,0 1 0,-1 0 0,1-1 0,0 1 0,0 0 0,0-1 1,0 1-1,0 0 0,0 0 0,0-1 0,0 1 0,1 0 0,-1-1 1,0 1-1,0-1 0,0 1 0,1 0 0,-1-1 0,0 1 0,1 0 1,-1-1-1,0 1 0,1-1 0,-1 1 0,1-1 0,-1 1 0,1-1 1,-1 0-1,1 1 0,-1-1 0,1 1 0,0-1 0,-1 0 0,1 0 1,-1 1-1,1-1 0,0 0 0,-1 0 0,1 0 0,0 0 0,-1 1 1,1-1-1,0 0 0,-1 0 0,1-1 0,0 1 0,0 0 0,-1 0 1,1 0-1,-1 0 0,1 0 0,0-1 0,-1 1 0,1 0 0,0-1 1,-1 1-1,1 0 0,-1-1 0,1 1 0,-1-1 33,0 42-4077,0 4-2868</inkml:trace>
  <inkml:trace contextRef="#ctx0" brushRef="#br0" timeOffset="22984.722">29306 6838 912,'0'0'1315,"0"0"-32,0 0-183,0 0-114,0 0-45,0 0 68,-7 0-83,-11 0-447,4 0 2578,19-24-1894,10 13-1143,0 2 0,0 0-1,1 1 1,0 1 0,1 0 0,-1 1 0,1 1 0,0 0-1,1 1 1,-1 1 0,1 1 0,0 1 0,-1 0 0,1 1 0,0 1-1,12 2-19,-4-3-5,-7 4 25,1 0-1,-1 2 1,0 0 0,0 1-1,0 1 1,-1 0 0,0 2-1,-1 0 1,0 1 0,-1 0-1,0 2 1,-1 0 0,0 0-1,-1 1 1,-1 1 0,0 1-1,-1 0 1,0 0 0,-2 1-1,7 13-19,9 21 46,-2 1-1,-3 1 1,-1 1-1,-4 0 1,-1 1-1,-3 3-45,1-7 3,8 64 8,-5 1-1,-4 1 0,-6 0 1,-6 38-11,1-60 33,0 267-25,-6-310 4,-2 0 0,-2 0 0,-2 0 0,-3-2 0,-1 1-1,-3-2 1,-10 17-12,-9 34-4,-183 526 52,83-294-44,79-202 27,5 2 0,-31 127-31,64-148 21,4 0-1,6 1 0,4 1 0,7 65-20,-1-175-1,5 85 9,3-1 0,4 0 0,4-1 0,4 0-1,3-2 1,4-1 0,16 29-8,3-9-71,4-2-1,40 56 72,-60-100 88,-30-56-82,0-1-16,0 0 41,0 0 72,0 0-30,0 0-9,0 0-44,-27-4 227,-179-137-126,156 105-80,20 12 55,-1 1-1,-1 2 0,-1 1 1,-1 2-1,0 1 1,-28-8-96,61 26 11,-1 0 0,1 0 0,0 1 1,0-1-1,0 1 0,0-1 0,0 1 1,0-1-1,1 1 0,-1-1 0,0 1 1,1 0-1,-1-1 0,1 1 0,0 0 1,0 0-1,-1-1 0,1 1 0,0 0 1,0 0-1,1-1 0,-1 1 0,0 0 1,1 0-1,-1-1 0,1 1 0,-1 0 1,1-1-1,0 1 0,-1-1 0,1 1 1,0-1-1,0 1 0,0-1 0,0 1 1,1-1-1,-1 0 0,0 0 0,1 1-11,5 11 2,2 0-1,-1 0 0,2-1 0,0 0 1,0 0-1,1-1 0,0-1 0,1 0 1,0 0-1,1-1 0,0-1 0,0 0 0,1-1 1,0 0-1,0-1 0,0-1 0,1 0 1,0-1-1,0 0 0,0-2 0,1 1 1,-1-2-1,1 0 0,-1-1 0,1-1 0,11-1-1,-12-4 17,-1-1-1,0 0 0,0-1 0,0-1 1,-1 0-1,0-1 0,-1 0 0,0-1 1,-1 0-1,0-1 0,0 0 0,-2-1-16,237-318-235,-185 244-2250,-36 54-5340</inkml:trace>
  <inkml:trace contextRef="#ctx0" brushRef="#br0" timeOffset="23898.772">27843 13234 4481,'0'0'1064,"0"0"150,0 0-125,-32-4-71,-105-12-114,129 15-796,-1 0-1,1 0 0,0 1 1,0 0-1,0 0 1,0 1-1,0 0 1,0 1-1,0 0 1,0 0-1,0 0 1,1 1-1,-1 0 1,1 1-1,0 0 0,0 0 1,0 0-1,0 1 1,1 0-1,0 0 1,-1 1-108,-11 9 277,-5 2-121,1 1 1,1 1 0,1 0-1,1 2 1,0 0-1,2 1 1,0 1-1,2 1 1,1 0-1,0 1 1,2 0-1,1 1 1,1 1-1,1 0 1,2 0-1,0 0 1,2 1-1,1 0 1,1 0-1,2 0 1,0 0-1,4 23-156,0-38 12,0-1 0,1 0 0,0 0-1,1-1 1,1 1 0,0-1 0,0 0-1,1 0 1,0-1 0,1 0-1,0-1 1,1 1 0,0-1 0,1-1-1,-1 0 1,1 0 0,1-1 0,0 0-1,0-1 1,3 1-12,11 5 10,1-1 1,0 0-1,1-3 0,0 0 1,1-1-1,-1-2 0,1-1 1,18 0-11,-24-2 5,0 0-1,0-2 1,0-1 0,-1-1 0,1 0 0,0-2 0,-1-1 0,0 0-1,0-2 1,0 0 0,13-7-5,-23 10 7,0-1 0,0 0 0,-1 0 1,0-1-1,0 0 0,-1-1 0,1 0 0,-1-1 0,-1 1 0,0-2 0,0 1 0,0-1 1,-1-1-1,0 1 0,-1-1 0,0 0 0,-1 0 0,0-1 0,-1 0 0,0 0 0,0 0 1,-1 0-1,0-1 0,-1 1 0,-1-1 0,0 1 0,0-1 0,-1 0 0,-1 1 1,0-4-9,-4 6-20,-1 1 0,1-1 0,-2 1 0,1 0 0,-1 1 0,0 0 0,0 0 0,-1 0-1,0 1 1,0 0 0,-1 1 0,1 0 0,-1 0 0,0 1 0,-1 0 0,1 0 0,-1 1-1,0 0 22,-25-9-67,0 1-1,-1 2 0,0 1 0,-1 2 0,1 2 0,-1 1 1,-26 1 67,88 18 289,-5-9-268,0 0 1,0-2-1,0 0 0,1-1 1,0-1-1,0-1 0,0-1 1,0 0-1,0-2 0,0 0 1,-1-2-1,1 0 0,0-2 1,-1 0-1,19-7-21,100-67-2236,-89 43-2308</inkml:trace>
  <inkml:trace contextRef="#ctx0" brushRef="#br0" timeOffset="24605.203">28157 13422 7001,'0'0'2574,"0"0"-951,0 0-953,0 0-431,0 0 45,0 0 108,21 12 4,69 42-145,-17 31-37,-67-74-201,-1 0-1,0 0 0,-1 0 1,0 1-1,-1-1 0,0 1 1,-1 0-1,0 0 1,-1 0-1,0 0 0,-2 11-12,1-20 34,0 0-1,-1 0 1,1 0 0,-1 0-1,0-1 1,0 1-1,0 0 1,0-1-1,-1 1 1,1-1 0,-1 1-1,1-1 1,-1 1-1,0-1 1,0 0-1,0 0 1,0 0 0,0 0-1,-1 0 1,1-1-1,0 1 1,-1-1-1,1 1 1,-1-1-1,0 0 1,1 0 0,-1 0-1,0 0 1,0-1-1,0 1 1,0-1-1,1 0 1,-1 0 0,0 0-1,0 0 1,0 0-1,0 0 1,0-1-1,1 1 1,-1-1 0,-1 0-34,2-1 9,-1 1 1,0-1 0,0 0-1,1 0 1,-1 0 0,1 0 0,0-1-1,0 1 1,0-1 0,0 1 0,0-1-1,0 0 1,1 1 0,-1-1-1,1 0 1,0 0 0,-1 0 0,2 0-1,-1-1 1,0 1 0,1 0 0,-1 0-1,1 0 1,0-1 0,0 1-1,0 0 1,0 0 0,1-1 0,-1 1-1,1 0 1,1-3-10,-2-2 9,-1-1-7,1 0-1,0 1 0,1-1 0,0 0 1,0 0-1,1 0 0,0 1 0,0-1 1,1 1-1,0-1 0,1 1 0,0 0 1,0 1-1,1-1 0,-1 1 1,2-1-1,-1 1 0,1 1 0,1-2-1,14-12-140,1 1 0,1 2 0,0 0 0,1 1 0,1 1 0,0 1 0,5 0 140,117-22-3978,-32 46-792,-107-8 4803,0 1 0,0 0 1,0 0-1,-1 1 0,1 0 1,-1 0-1,0 0 0,0 1 1,-1 1-1,1-1 0,-1 1 1,4 5-34,-18-6 7677,-27-4-8325,30-1 1235,-144 3-434,143 1-104,-1 0 0,1 0 0,0 1 1,1-1-1,-1 2 0,1-1 0,0 1 0,0-1 0,0 1 0,1 1 0,0-1 0,1 0 0,-1 1 0,1 0 0,0 0 0,1 0 0,0 0 0,0 0 1,-1 5-50,-7 130 1016,10-139-1011,0 0 0,0 0 1,0 0-1,1 0 0,-1 1 1,1-1-1,0 0 0,0 0 1,0 0-1,0-1 0,0 1 1,1 0-1,-1 0 0,1-1 1,0 1-1,0-1 0,0 1 1,0-1-1,0 0 0,0 0 1,1 0-1,-1 0 0,1 0 1,-1 0-1,1-1 0,0 1 1,0-1-1,0 0 0,0 0 1,0 0-1,0 0 0,0 0 1,0-1-1,0 1 0,0-1 1,0 0-1,0 0 0,0 0 1,0 0-1,2-1-5,-2 0 6,0 0-1,0 0 0,0-1 1,0 1-1,-1-1 1,1 0-1,0 1 1,-1-1-1,1 0 1,-1-1-1,0 1 0,0 0 1,0-1-1,0 1 1,0-1-1,0 0 1,-1 1-1,1-1 1,-1 0-1,0 0 0,0 0 1,0 0-1,0 0 1,0-2-6,5-8 9,66-129-816,-71 141 793,-1 0 0,1 0 0,0 0 0,-1 0 0,1 0 0,0 0 0,-1 0 0,1 0 0,0 1 0,0-1 0,0 0 0,0 1 0,0-1 0,0 0 0,0 1-1,0-1 1,0 1 0,0-1 0,0 1 0,0 0 0,0 0 0,0-1 0,1 1 0,-1 0 0,0 0 0,0 0 0,0 0 0,0 0 0,0 0 0,1 0 0,-1 1 0,0-1 0,0 0 0,0 1 0,0-1-1,0 1 1,0-1 0,0 1 0,0-1 0,0 1 0,0 0 0,0-1 0,0 1 0,0 0 0,-1 0 0,1 0 0,0 0 0,0 0 14,32 54 52,-25-39-109,-5-11-212,0 0 0,1 0 0,0 0 0,0-1-1,0 1 1,1-1 0,0 0 0,0 0-1,0-1 1,0 1 0,0-1 0,0 0 0,1-1-1,0 1 1,0-1 0,4 1 269,19-1-5856</inkml:trace>
  <inkml:trace contextRef="#ctx0" brushRef="#br0" timeOffset="25004.347">29077 12919 5785,'0'0'1666,"0"0"-3,0 0-203,0 0-278,0 0-222,0 0-250,-13 5-104,9-3-554,0 0 0,1 0 0,-1 0 0,0 0-1,1 1 1,-1 0 0,1 0 0,0 0 0,0 0-1,0 0 1,0 1 0,0-1 0,1 1 0,0 0 0,0-1-1,0 1 1,0 0 0,0 0 0,1 1 0,0-1-1,0 0 1,0 0 0,0 1 0,1-1 0,-1 1 0,1-1-1,0 0 1,1 1 0,-1-1 0,1 0 0,-1 1-1,2-1 1,-1 0 0,1 3-52,67 300 1352,-34-163-987,90 453 356,-118-548-722,-2-1-1,-2 2 1,-3-1 0,-1 0-1,-3 0 1,-4 14 1,6-50-12,-1-1 0,0 0 0,-1 0 0,0 0 0,-1 0 0,0 0 0,-1-1 0,0 0 0,-1 0 0,0 0 1,-1-1-1,0 0 0,0-1 0,-1 0 0,0 0 0,-1-1 0,0 0 0,-1-1 0,1 0 0,-1 0 0,0-1 0,-1-1 0,-9 4 12,13-7-8,-1 0 0,0 0 1,1-1-1,-1 0 0,0 0 0,0-1 0,0 0 0,0 0 0,0-1 1,1-1-1,-1 1 0,0-1 0,1-1 0,-1 0 0,1 0 1,0 0-1,0-1 0,0-1 0,1 1 0,-1-1 0,1 0 0,0-1 1,1 0-1,-1 0 0,1 0 0,0-1 0,0 0 0,1 0 0,0 0 1,1-1-1,-1 0 0,1 1 0,1-2 0,0 1 0,0 0 0,0-3 8,-4-14-11,2 0 0,1 0-1,1 0 1,1 0-1,1-1 1,2 1-1,2-21 12,5 17-162,1 1 0,1 0 0,1 1 0,2 0-1,0 1 1,2 0 0,1 1 0,1 1 0,1 1-1,1 0 1,1 1 0,1 1 0,2 0 162,2-7-752,51-54-3482,-12 12-3409</inkml:trace>
  <inkml:trace contextRef="#ctx0" brushRef="#br0" timeOffset="25390.644">29630 13240 6561,'0'0'2677,"0"0"-727,0 0-770,0 0-491,0 0-203,0 0-107,-22-13-15,-74-36 50,92 47-380,0 1 0,-1-1-1,1 1 1,0 0-1,-1 0 1,0 0-1,1 0 1,-1 1-1,1 0 1,-1 0-1,0 0 1,1 1-1,-1-1 1,1 1 0,-1 0-1,1 1 1,-1-1-1,1 1 1,0-1-1,0 1 1,0 1-1,0-1 1,0 1-1,0-1 1,0 1-1,1 0 1,-1 0-1,-2 4-33,-6 3 70,-12 10 83,2 1 0,0 1 0,2 1 0,0 1 0,2 1-1,0 1 1,2 0 0,1 1 0,1 0 0,-10 29-153,2 91 218,23-144-218,1-1 1,0 1-1,-1-1 1,1 0-1,0 1 1,0-1-1,0 0 1,1 0-1,-1 0 1,0-1-1,1 1 1,-1-1-1,1 1 1,-1-1-1,1 0 1,0 0-1,0 0 1,-1 0-1,1 0 1,0 0-1,0-1 1,0 0-1,0 1 1,0-1-1,0 0 1,0-1-1,0 1 1,0 0-1,0-1 1,-1 0-1,1 1 1,0-1-1,0 0 1,-1-1-1,1 1 1,0 0-1,-1-1 1,1 1-1,-1-1 1,2-2-1,145-138-286,-26 16-434,-122 124 717,1 0-1,0 1 1,0-1 0,0 0-1,0 1 1,0-1-1,0 1 1,1 0 0,-1 0-1,0 0 1,1 0-1,-1 0 1,0 0-1,1 1 1,0-1 0,-1 1-1,1 0 1,-1 0-1,1 0 1,-1 0 0,1 0-1,-1 0 1,1 0-1,-1 1 1,1 0 0,-1-1-1,1 1 1,-1 0-1,0 0 1,1 0 0,-1 1-1,0-1 1,0 0-1,0 1 1,0 0-1,1 0 4,27 55-80,16 24-82,4-48-3010,-32-31-1895</inkml:trace>
  <inkml:trace contextRef="#ctx0" brushRef="#br0" timeOffset="25819.672">29689 12998 1496,'0'0'6151,"0"0"-3258,0 0-1273,0 0-306,0 0-200,0 0-257,18 17-123,-1-1-540,-8-9-127,0 1 0,-1-1 0,-1 1 0,1 1 0,-1-1-1,0 1 1,-1 0 0,0 1 0,-1 0 0,0 0 0,0 0 0,2 9-67,3 18 190,-2-1 0,-2 2 0,-1-1 0,-2 1 0,-2-1 0,-1 6-190,0-42 112,0-1-64,4-18-82,0-1-1,1 1 1,1 0-1,1 0 1,0 1 0,2-1-1,0 2 1,0-1-1,2 1 1,0 1-1,1 0 1,0 1 0,1 0-1,1 0 1,0 2-1,1 0 1,0 0 0,1 2-1,0 0 1,1 0 34,-13 8 0,0 0-1,0 1 1,0 0 0,0-1 0,1 1-1,-1 1 1,0-1 0,1 1-1,-1-1 1,1 1 0,-1 1 0,1-1-1,-1 0 1,0 1 0,1 0 0,-1 0-1,0 1 1,0-1 0,1 1 0,-1 0-1,0 0 1,-1 0 0,1 0 0,0 1-1,-1-1 1,1 1 0,-1 0 0,0 0-1,0 1 1,0-1 0,0 1 0,56 147 89,-52-83-4050,-7-64-1993</inkml:trace>
  <inkml:trace contextRef="#ctx0" brushRef="#br0" timeOffset="26346.334">30684 12948 7034,'0'0'2712,"0"0"-558,0 0-861,0 0-470,0 0-236,0 0-185,-11-6-132,5 3-232,2 0-17,0 1-1,-1-1 1,1 1 0,-1 0-1,1 0 1,-1 1 0,0-1-1,1 1 1,-1 0 0,0 0 0,0 1-1,0 0 1,0-1 0,0 2-1,0-1 1,1 0 0,-1 1-1,0 0 1,-3 1-21,-13 10 173,0 1-1,0 1 0,1 0 1,1 2-1,1 0 1,-12 14-173,16-19 63,1 1 1,1 1-1,-1 0 0,2 1 1,0 0-1,1 0 0,0 1 1,1 1-1,1-1 0,0 2 1,1-1-1,1 1 0,0 0 1,2 0-1,0 0 0,0 1 1,2 0-1,0 11-63,2-26-2,1 0 0,-1 0 0,1 0 0,0 0 0,0-1 0,0 1 0,0 0 0,0 0 0,1-1 0,-1 1 0,1-1 0,0 1 0,0-1 0,0 0 0,0 1 0,0-1 0,0 0 0,1-1 0,-1 1 0,1 0 0,-1-1 0,1 1 0,-1-1 0,1 0 0,0 0 0,0 0 0,0 0 0,0 0 0,0 0 0,0-1 0,0 0 0,0 0 0,0 1-1,0-2 1,1 1 2,107-24-116,-79 3-83,-1-3 0,-1 0 0,-1-2-1,-1 0 1,2-6 199,76-69-1071,-104 99 1071,0 0 0,1 1 0,-1-1-1,1 0 1,-1 1 0,1-1-1,-1 1 1,1 0 0,0 0 0,0 0-1,0 0 1,0 1 0,0-1-1,-1 1 1,1-1 0,0 1 0,0 0-1,0 0 1,0 1 0,0-1-1,0 0 1,0 1 0,0 0 0,0 0-1,0 0 1,-1 0 0,1 0 0,0 0-1,-1 1 1,1 0 0,-1-1-1,1 1 1,-1 0 0,0 0 0,0 0-1,0 0 1,0 1 0,0-1-1,0 0 1,-1 1 0,1-1 0,-1 1-1,0 0 1,40 73 84,-31-52-160,2-1 0,1-1-1,0 0 1,2 0 0,0-1 0,2-1 0,7 6 76,-21-23-579,4 3-15,1-4-4440,1-2-3421</inkml:trace>
  <inkml:trace contextRef="#ctx0" brushRef="#br0" timeOffset="26632.831">31277 13352 11106,'0'0'3185,"0"0"-1489,0 0-1103,0 0-593,0 0-1289</inkml:trace>
  <inkml:trace contextRef="#ctx0" brushRef="#br1" timeOffset="33754.549">10554 14616 160,'118'209'520,"13"24"-128,-39-39 0,-14-11-56,-9-4-120,-13-2 177,-4 6-57,-9-4 24,-7 4-64,-13-47-200,-14-42-96</inkml:trace>
  <inkml:trace contextRef="#ctx0" brushRef="#br1" timeOffset="85625.074">16866 4083 2929,'0'0'816,"0"0"-53,0 0-30,0 0-233,0 0-116,0 0 56,-8 0-12,-27 0-47,30 1-324,1 0 0,-1 0 0,1 1 1,0-1-1,-1 1 0,1 0 1,0 0-1,0 1 0,0-1 0,0 1 1,1 0-1,-1 0 0,1 0 1,0 0-1,0 1 0,0-1 0,0 1 1,0 0-1,-1 3-57,1-4 14,-8 11 6,0 0-1,1 1 1,0 0-1,1 0 1,1 1-1,0 0 1,2 1-1,-1-1 1,2 1-1,0 1 1,2-1-1,-1 1 1,1 12-20,2-24 7,0 1 0,1 0 0,-1 0 0,2 0 0,-1 0 1,1 0-1,0-1 0,0 1 0,1 0 0,0 0 0,0-1 0,0 1 0,1-1 0,0 0 1,0 0-1,1 0 0,0 0 0,0-1 0,0 1 0,1-1 0,-1 0 0,1 0 0,1-1 1,-1 1-1,1-1 0,-1 0 0,5 1-7,3 1-2,0-1 0,0-1 1,1 0-1,-1-1 0,1 0 1,0-1-1,0-1 0,0 0 0,0-1 1,12-1 1,-20 1 1,7-3 16,0 0 1,-1-1-1,0 0 1,0-1-1,0 0 1,0-1-1,-1-1 1,0 0-1,0 0 1,-1-1-1,0 0 1,0-1-1,-1 0 1,0 0-1,-1-1 1,0 0-1,0-1 1,-1 0-1,0 0 1,-1-1-1,-1 1 1,0-1-1,0 0 1,1-6-18,11-114 5,-17 128-6,-1 0 0,1 0 0,-1 0-1,0 0 1,-1-1 0,1 2 0,0-1-1,-1 0 1,0 0 0,0 0 0,0 1-1,-1-1 1,1 1 0,-1 0 0,0-1-1,0 1 1,0 1 0,0-1 0,0 0-1,-1 1 1,1-1 0,-1 1 0,1 0-1,-1 0 1,0 1 0,0-1 0,-1 0 1,-117-22 96,104 23-82,6-1-13,-1 0 1,1 1-1,-1 0 1,1 0 0,-1 2-1,0-1 1,1 2-1,0-1 1,-1 2 0,1 0-1,0 0 1,0 1-1,0 1 1,1 0-1,-1 0 1,1 1 0,0 1-1,1 0 1,0 0-1,-9 9-1,-4 18-844,8-6-1318</inkml:trace>
  <inkml:trace contextRef="#ctx0" brushRef="#br1" timeOffset="86031.88">17200 4136 3761,'0'0'865,"0"0"-93,0 0-206,0 0-270,0 0-145,0 0-50,6 8 12,44 102 705,11 98 53,-58-200-1067,1-1 1378,-4-23-162,0 16-1022,1-171 396,1 165-456,0 0 0,1 0-1,0 0 1,0 1 0,0-1 0,1 1 0,-1 0 0,2 0 0,-1 0 0,0 0 0,1 1 0,0-1 0,0 1 0,0 1 0,0-1 0,1 1 0,-1 0 0,1 0 0,0 0-1,0 1 1,0 0 0,0 0 0,1 0 0,-1 1 0,0 0 0,1 0 0,-1 1 0,0 0 0,1 0 0,-1 0 0,1 1 0,-1 0 0,6 2 62,-8-4-189,33-1-2125</inkml:trace>
  <inkml:trace contextRef="#ctx0" brushRef="#br1" timeOffset="86910.357">17920 4109 4345,'0'0'925,"0"0"-96,0 0-153,0 0-227,-28-3-189,-91-8-96,109 11-133,0 1 0,0 0 0,0 0-1,0 1 1,1 1 0,-1 0 0,1 0 0,-1 0-1,1 2 1,0-1 0,0 1 0,1 0-1,0 1 1,0 0 0,0 0 0,0 0 0,1 1-1,0 1 1,1-1 0,-1 1 0,2 0-1,-1 0 1,1 1 0,0 0 0,1 0 0,0 0-1,0 0 1,1 1 0,0-1 0,1 1-1,0 0 1,1 0 0,-1 0 0,2 0 0,0 0-1,0 0 1,1-1 0,0 3-31,-1-9 3,1 1-1,-1-1 1,1 0 0,0 1 0,0-1-1,0 0 1,1 0 0,-1 0 0,1 0-1,0 0 1,0 0 0,-1-1 0,2 1 0,-1 0-1,0-1 1,1 0 0,-1 1 0,1-1-1,-1 0 1,1 0 0,0 0 0,0-1-1,0 1 1,0-1 0,0 0 0,1 0-1,-1 0 1,0 0 0,0 0 0,1-1-1,1 1-2,113 4-108,-105-10 147,0 0 0,0-1 0,0-1 0,-1 0 0,0-1-1,0 0 1,-1 0 0,0-1 0,0-1 0,-1 0 0,0-1 0,-1 0-1,-1 0 1,1 0 0,-2-1 0,0-1 0,0 1 0,-1-1 0,0 0 0,-2-1-1,1-1-38,17-33-23,-3 0 0,-2-1-1,-2-1 1,-2 0 0,-3-1-1,-1 0 1,-3-1 0,-2-4 23,-4 54-1,0 1 0,0 0 0,0-1 0,0 1 0,-1-1 1,1 1-1,0 0 0,-1-1 0,1 1 0,-1 0 0,1-1 1,-1 1-1,0 0 0,1 0 0,-1 0 0,0-1 0,0 1 0,0 0 1,0 0-1,0 0 0,0 0 0,0 1 0,0-1 0,-1 0 1,1 0-1,0 1 0,0-1 0,-1 0 0,1 1 0,0-1 0,-1 1 1,1 0-1,0 0 0,-1-1 0,1 1 0,-1 0 0,1 0 1,-1 0-1,1 0 0,0 1 0,-1-1 0,1 0 0,-1 0 0,1 1 1,0-1-1,0 1 0,-2 0 1,3-1 0,-6 3-1,-1 1 1,1-1 0,1 1 0,-1 1-1,1-1 1,-1 1 0,1 0 0,0 0-1,1 0 1,-1 1 0,1 0 0,1 0-1,-1 0 1,1 0 0,0 0 0,0 1-1,0-1 1,1 1 0,0 2 0,1-8 1,-10 34 60,1 1 1,2 0 0,1 0-1,2 0 1,2 1-1,1 0 1,2 0 0,2 6-62,-2-30 16,0-2-10,1 0-1,1 0 1,-1 0-1,2 0 1,0 0-1,0-1 1,1 1-1,0-1 1,0 0-1,2 0 1,-1 0-1,1-1 1,0 0-1,1 0 1,0 0-1,1-1 1,-1 0-1,1 0 1,1-1-1,0 0 1,0-1-1,0 0 1,1 0-1,0-1 1,0 0-1,0-1 1,0 0-1,1-1 1,0 0-1,-1 0 1,1-1-1,11 0-5,-11 0 18,1-1 1,-1 0-1,1-1 0,0 0 0,0-1 1,-1 0-1,1 0 0,-1-2 0,1 1 1,-1-2-1,0 1 0,0-2 0,0 1 1,-1-1-1,1-1 0,-1 0 0,-1 0 1,1-1-1,-1-1 0,0 1 0,-1-1 0,1-1 1,-2 0-1,1 0 0,-1 0 0,-1-1 1,0 0-1,0-1-18,-2 3-39,0 1-1,-1-1 1,-1 0-1,1-1 1,-1 1 0,0 0-1,-1-1 1,0 1 0,-1-1-1,0 1 1,0-1-1,0 1 1,-1-1 0,-1 1-1,1-1 1,-1 1 0,-1 0-1,1 0 1,-2 0-1,1 0 1,-3-4 39,1 7-18,1-1 1,-1 1-1,0 0 0,0 1 1,0-1-1,-1 1 0,1 0 0,-1 0 1,0 1-1,-1 0 0,1 0 1,0 0-1,-1 1 0,1 0 1,-1 0-1,0 1 0,0 0 0,0 0 1,0 0-1,0 1 0,1 0 1,-5 1 17,8 3 1,-1 0 0,1 0 0,0 1 1,0-1-1,0 1 0,0 0 0,1 0 1,0 0-1,0 0 0,0 0 0,1 0 1,0 1-1,0-1 0,0 0 0,0 1 1,1-1-1,0 1 0,0-1 0,1 1 1,-1-1-1,2 2-1,-2-1 12,-1 4 14,1 0 0,0 0-1,1 0 1,0 0-1,1-1 1,0 1-1,0-1 1,1 1 0,0-1-1,1 0 1,0 0-1,1 0 1,-1 0 0,2-1-1,-1 0 1,3 3-26,5 6-89,0 0 1,1-1 0,1-1-1,0 0 1,1 0 0,1-2-1,0 0 1,1-1 0,0-1-1,1-1 1,0 0 0,1-1-1,0-1 1,0-1-1,0-1 1,15 2 88,-10-7-3442</inkml:trace>
  <inkml:trace contextRef="#ctx0" brushRef="#br1" timeOffset="87265.228">18529 4162 3009,'0'0'1461,"0"0"-360,0 0-624,0 0-353,0 0-39,0 0 49,9 13 64,5 7-101,5 6 165,0 1 1,-2 1 0,-1 0-1,-1 1 1,-2 1 0,8 24-263,-20-57 1987,26-110-564,-23 105-1429,-1-1-1,1 0 1,1 1 0,-1 0 0,1 0 0,1 0 0,-1 0-1,2 1 1,-1 0 0,1 1 0,0-1 0,0 1 0,0 0-1,1 1 1,0 0 0,0 0 0,0 1 0,1 0 0,0 0-1,0 1 1,0 0 0,0 1 0,0 0 0,2 0 6,19 2-1326,-9 0-1166</inkml:trace>
  <inkml:trace contextRef="#ctx0" brushRef="#br1" timeOffset="88367.069">19099 4053 2961,'0'0'898,"0"0"-48,0 0-258,0 0-156,0 0-57,0 0 113,-8-1 119,1 0-522,3 0 5,0 1 0,0-1 1,0 0-1,0 1 1,-1 0-1,1 0 0,0 0 1,0 1-1,0-1 0,0 1 1,0 0-1,0 0 0,0 0 1,1 1-1,-1-1 1,0 1-1,0 0 0,1 0 1,-3 2-95,-5 5 50,4-4-26,0 0 0,0 0-1,1 0 1,0 1 0,0 0 0,0 0 0,0 0 0,1 1-1,0 0 1,0 0 0,1 0 0,0 1 0,1 0 0,-1-1 0,1 1-1,1 1 1,-1-1 0,1 0 0,1 0 0,0 1 0,0-1-1,0 8-23,5-11 1,-1 0 0,1-1 0,0 1 0,0-1 0,0 0 0,1 0 0,-1-1 0,1 1 0,0-1 0,0 0-1,0-1 1,0 1 0,1-1 0,-1 0 0,1 0 0,-1 0 0,1-1 0,4 1-1,8 3 6,0 1 15,64 39 142,-81-42-128,-1 0 1,0 0-1,0 1 1,0-1-1,-1 0 0,1 0 1,-1 0-1,1 0 1,-1 0-1,0 0 0,0 0 1,-1 0-1,1 0 0,-1 0 1,1 0-1,-1-1 1,0 1-1,0-1 0,0 1 1,0-1-1,0 0 0,-1 1 1,1-1-1,-1-1 1,1 1-1,-1 0 0,0 0 1,0-1-1,0 0 1,0 0-1,0 1 0,0-2 1,0 1-1,0 0 0,0-1 1,0 1-1,0-1 1,-4 0-36,-1 3-18,-81 30-538,47-25-1303</inkml:trace>
  <inkml:trace contextRef="#ctx0" brushRef="#br1" timeOffset="89953.602">16031 4336 968,'0'0'608,"0"0"-110,0 0-78,0 0 57,-7-27 182,-21-88 24,21-17 2594,6 131-3255,1 0 1,0 0-1,0 0 0,-1 0 1,1 0-1,0 0 1,0 0-1,0-1 1,0 1-1,0 0 1,1 0-1,-1 0 1,0 0-1,0 0 1,1 0-1,-1 0 0,0 0 1,1 0-1,0 0 1,-1 0-1,1 0 1,-1 0-1,1 0 1,0 0-1,0 0 1,-1 1-1,1-1 0,0 0 1,0 1-1,0-1 1,0 0-1,0 1 1,0-1-1,0 1 1,0 0-1,0-1 1,0 1-1,0 0 1,0-1-1,0 1 0,0 0 1,0 0-1,1 0 1,-1 0-1,0 0 1,0 0-1,0 0 1,0 1-1,0-1 1,0 0-1,0 1 1,0-1-1,0 0 0,0 1 1,0-1-1,0 1 1,0 0-1,0-1 1,0 1-1,0 0 1,0-1-1,-1 1 1,1 0-23,44 226 1093,-21-36-574,-17-110-359,4 0-1,4-1 1,3 0 0,9 19-160,-24-90 6,1 0 1,0 0-1,0 0 1,1 0-1,0-1 1,1 0-1,-1 0 1,1-1-1,1 1 1,0-1-1,0 0 1,0-1-1,1 0 1,0 0-1,0-1 1,0 0-1,1 0 1,0-1-1,0 0 1,0 0-1,0-1 1,0 0-1,1-1 1,9 1-7,65 7 53,0-4-1,0-4 1,34-5-53,7 1 87,332-5-8,310-50-79,-557 35 52,143 5-52,-322 19 4,0-3 0,1 0 0,-1-2 0,0-1 0,0-1 0,0-2 0,-1-1 0,27-12-4,46-72-30,-64 49 8,-34 37 23,73-69 42,-4-5 0,-4-2 1,16-30-44,-62 77 5,-1-1 1,-2-1 0,-2-1 0,-2-1 0,-1-1 0,-2 0 0,-2-1 0,-1 0 0,-1-8-6,-8 44 11,0-1-1,-1 1 1,0-1 0,0 1 0,0-1 0,0 0 0,-1 0-1,0 1 1,0-1 0,-1 0 0,0 0 0,0 1-1,0-1 1,0 0 0,-1 1 0,0-1 0,0 1-1,-1 0 1,1 0 0,-1 0 0,0 0 0,-1 0-1,1 1 1,-1-1 0,0 1 0,0 0 0,0 0-1,-1 0 1,1 1 0,-4-2-11,-21-8 93,-1 2 0,0 1-1,-1 1 1,0 2 0,0 1 0,-1 2 0,0 0-1,0 3 1,1 0 0,-28 4-93,37-3 24,-38 5 112,0 3 0,0 2 0,1 2 0,0 3-1,-49 21-135,65-22 67,-451 121 540,-6-21 1,-428 38-608,622-104 32,-232 25 0,90-70-160,492 5-2521,-8-4-1105</inkml:trace>
  <inkml:trace contextRef="#ctx0" brushRef="#br1" timeOffset="101013.548">22801 9657 1800,'0'0'1107,"0"0"-156,0 0-75,0 0-26,0 0 63,-4-6-55,2 2-753,0 0-1,0 0 1,-1 0 0,0 0-1,0 0 1,0 1 0,0 0-1,-1-1 1,1 1 0,-1 1-1,0-1 1,0 0 0,0 1-1,0 0 1,0 0 0,0 0-1,-1 0 1,1 1 0,-1 0-1,1 0 1,-1 0 0,1 0-1,-1 1 1,0 0 0,1-1-1,-1 2 1,0-1 0,1 1-1,-1-1 1,1 1 0,-1 1-1,1-1 1,-1 1-105,-6 6 5,1 2-1,0-1 1,1 1 0,0 1 0,1 0-1,0 0 1,1 0 0,0 1-1,0 0 1,2 1 0,-1-1 0,2 1-1,-1 0 1,2 0 0,0 1 0,0-1-1,2 1 1,-1-1 0,2 1-1,0 0 1,0-1 0,1 1 0,1 0-1,1 1-4,-1-9-6,0 0 0,0 0 0,0-1 0,1 1 0,0-1 1,1 0-1,-1 0 0,1 0 0,0 0 0,0 0 0,0-1 0,1 0 0,-1 0 0,1 0 0,0 0 0,0-1 0,1 0 0,-1 0 0,1 0 0,-1-1 0,1 0 0,0 0 0,0 0 0,0-1 0,0 1 0,0-2 0,0 1 0,0-1 0,0 1 0,1-2 0,-1 1 0,0-1 0,0 0 0,0 0 0,0-1 0,0 1 0,0-1 0,-1-1 1,1 1-1,0-1 0,-1 0 0,4-3 6,7-6-37,-1 0 0,-1-1 0,0-1 0,0 0 0,-2 0 0,0-2 0,0 1 0,-2-1 0,0-1 0,-1 0 0,0-1 0,-2 1 0,0-2 0,-1 1 0,0-1 0,-2 1 0,0-1 0,-1-1 0,-1-6 37,-4 23-45,1 0-1,-1 0 1,-1 0 0,1 0 0,0 0 0,0 1-1,-1-1 1,0 1 0,1-1 0,-1 1 0,0 0-1,0 0 1,0 1 0,-1-1 0,1 0 0,0 1-1,-1 0 1,1 0 0,-1 0 0,1 0 0,-1 0-1,1 1 1,-1 0 0,1 0 0,-1 0 0,0 0-1,1 0 1,-1 1 0,1-1 0,-1 1 0,0 0 45,-4-1-350,-22 0-1491</inkml:trace>
  <inkml:trace contextRef="#ctx0" brushRef="#br1" timeOffset="101383.926">22981 9507 4673,'0'0'1102,"0"0"-510,0 0-174,0 0 47,0 0-139,0 0-134,24 20 74,76 70-33,-47-10 108,-47-64-270,18 130 975,-25-144-999,0-1 1,0 0-1,0 1 0,0-1 1,0 0-1,0 0 1,0 0-1,-1 0 1,1 0-1,0 0 0,-1 0 1,1 0-1,0 0 1,-1-1-1,1 1 1,-1 0-1,1-1 0,-1 1 1,0-1-1,1 0 1,-1 0-1,1 0 1,-1 1-1,0-1 0,1-1 1,-1 1-1,1 0 1,-1 0-1,0 0 1,1-1-1,-1 1 0,1-1 1,-1 0-1,1 1 1,0-1-1,-1 0 1,1 0-1,-1 0 0,1 0-47,-5-10 18,1-1-1,1 0 1,0 0-1,0 0 1,1 0-1,1-1 1,0 1-1,0-1 0,2 0 1,-1 1-1,2-1 1,-1 0-1,3-6-17,-3 15-21,1 1 1,0 0-1,0-1 0,0 1 0,0 0 1,0 0-1,0 0 0,1 0 0,0 0 0,-1 0 1,1 1-1,0-1 0,0 0 0,1 1 1,-1 0-1,0-1 0,1 1 0,0 0 0,-1 0 1,1 0-1,0 1 0,0-1 0,0 1 0,0-1 1,0 1-1,0 0 0,1 0 0,-1 1 1,0-1-1,2 0 21,66-5-4587,-41 6 212</inkml:trace>
  <inkml:trace contextRef="#ctx0" brushRef="#br1" timeOffset="102331.419">23548 9581 2929,'0'0'1559,"0"0"-204,0 0-120,0 0-255,0 0-391,0 0-318,-16-7-110,-49-17-43,62 23-117,0 1 1,-1 1-1,1-1 1,0 0-1,0 1 1,0-1-1,0 1 1,0 0-1,0 0 1,0 0-1,0 1 1,1-1-1,-1 1 1,0-1-1,1 1 1,-1 0-1,1 0 1,0 0-1,-1 0 1,1 1-1,-1 1-1,-4 3 6,-1-1 26,1 0 0,0 0 0,0 1 0,1-1-1,0 2 1,0-1 0,1 1 0,0 0 0,0 0 0,1 0 0,0 1 0,0-1 0,1 1-1,0 0 1,1 0 0,0 0 0,0 0 0,1 1 0,0-1 0,1 0 0,-1 1 0,2-1-1,0 2-31,3-8 5,0 0-1,0 0 0,0-1 0,0 1 1,0-1-1,1 0 0,-1 0 0,1 0 1,0-1-1,-1 1 0,1-1 0,0-1 1,0 1-1,0-1 0,0 1 0,0-1 1,0-1-1,0 1 0,-1-1 0,1 0 1,1 0-5,1 1 8,6-4 7,0-1 0,-1 0 1,1-1-1,-1 0 0,-1-1 1,1-1-1,-1 0 1,0 0-1,-1-1 0,0 0 1,0-1-1,-1 0 0,0 0 1,-1-1-1,0 0 0,-1-1 1,0 0-1,-1 0 0,0 0 1,-1-1-1,-1 0 0,1-2-15,18-45-59,-3 0 0,-3-1 0,-3-1 0,-2 0 0,-3-1 0,-2 0 0,-4 0 0,-3-35 59,1 96 1,-1 0-1,1 0 0,-1 0 1,0-1-1,0 1 1,0 0-1,0 0 0,-1 0 1,1 0-1,-1 0 1,1-1-1,-1 1 1,0 0-1,0 0 0,1 0 1,-1 1-1,-1-1 1,1 0-1,0 0 0,0 0 1,-1 1-1,1-1 1,-1 1-1,1-1 0,-1 1 1,0-1-1,1 1 1,-1 0-1,0 0 1,0 0-1,0 0 0,0 0 1,0 1-1,0-1 1,0 0-1,0 1 0,-1 0 1,1-1-1,0 1 1,0 0-1,0 0 1,0 0-1,-1 0 0,1 1 1,0-1-1,-4 4 18,0 1-1,0-1 1,1 1 0,0 0 0,0 1 0,0-1 0,1 1 0,0 0-1,0 0 1,0 0 0,1 1 0,0-1 0,0 1 0,0 0-1,1 0 1,0 0 0,1 0 0,-1 0 0,1 0 0,1 1 0,-1 1-18,-5 40 194,3 0 0,1 0 0,2 0 0,6 38-194,-1-58 35,1 0-1,1-1 1,1 0 0,2 0 0,0-1 0,2 0 0,1-1-1,11 16-34,-20-35 0,-1 0-1,1 0 1,1 0-1,-1-1 0,1 0 1,0 0-1,0 0 1,1 0-1,0-1 0,0 0 1,0 0-1,0 0 0,1-1 1,0 0-1,0 0 1,0-1-1,0 0 0,1 0 1,-1-1-1,1 0 1,0 0-1,0 0 0,-1-1 1,1-1-1,0 1 0,3-1 1,-7-3-6,0 0-1,0 0 1,0 0-1,-1-1 1,1 0-1,-1 1 1,0-1-1,0 0 1,-1 0-1,1-1 1,-1 1-1,0 0 1,0-1-1,0 1 1,-1-1-1,1 0 1,-1 0-1,0-2 7,12-161-903,-13 165 900,-1-1 0,1 1 0,-1 0 0,0 0 0,0 0 0,0 0 0,0 0 0,0 0 0,-1 0 0,1 0 0,-1 0 0,0 1-1,0-1 1,0 1 0,0-1 0,0 1 0,-1 0 0,1 0 0,-1 0 0,0 0 0,1 0 0,-1 1 0,0-1 0,0 1 0,0 0 0,0-1 0,0 2 0,0-1 0,0 0-1,0 0 1,-1 1 0,1 0 0,0 0 0,0 0 0,0 0 0,-1 0 0,1 0 0,0 1 0,0 0 0,0-1 0,-3 2 3,3 1 4,1-1-1,0 0 1,-1 1 0,1-1-1,0 1 1,1 0 0,-1 0 0,0 0-1,1 0 1,0 0 0,-1 0 0,1 0-1,0 0 1,1 0 0,-1 1-1,1-1 1,-1 0 0,1 1 0,0-1-1,0 0 1,0 1 0,1-1 0,-1 0-1,1 0 1,0 1-4,-1 11 18,1-7-6,0 0 1,0 0 0,1 0 0,0 0 0,0-1 0,1 1-1,0-1 1,0 1 0,1-1 0,0 0 0,0 0 0,0 0 0,1-1-1,0 0 1,1 0 0,-1 0 0,1 0 0,0-1 0,5 3-13,140 83 280,-125-77-268,72 47 32,-99-61-37,1 1 0,0 0 0,0-1 1,-1 1-1,1 0 0,0-1 0,-1 1 0,1-1 1,-1 1-1,1-1 0,-1 1 0,1-1 0,-1 1 1,1-1-1,-1 1 0,0-1 0,1 1 0,-1-1 1,0 0-1,1 0 0,-1 1 0,0-1 1,1 0-1,-1 0 0,0 0 0,0 0 0,1 1 1,-1-1-1,0 0 0,1 0 0,-1-1 0,0 1 1,0 0-1,1 0 0,-1 0 0,0 0 0,1-1 1,-1 1-1,0 0 0,1-1 0,-1 1 1,0 0-1,1-1 0,-1 1 0,1-1 0,-1 1 1,1-1-1,-1 1 0,1-1 0,-1 1 0,1-1 1,-1 0-1,1 1 0,0-1 0,-1 1 0,1-1 1,0 0-1,0 1 0,0-1-7,-8-11-1,1 0-1,0 0 0,1-1 1,0 0-1,1 0 1,1 0-1,0 0 1,1-1-1,0 0 0,1 0 1,0 0-1,1 0 1,1 0-1,1 0 1,-1 1-1,2-1 0,2-8 2,-4 16-35,0-1 0,1 1-1,0 0 1,0 0-1,1 0 1,-1 0 0,1 0-1,0 1 1,1-1-1,0 0 1,0 1 0,0 0-1,0-1 1,1 1-1,0 1 1,0-1 0,0 1-1,1-1 1,-1 1-1,1 0 1,0 1 0,0-1-1,0 1 1,1 0-1,-1 0 1,1 1 0,0 0-1,0 0 1,-1 0-1,1 0 1,1 1 0,-1 0-1,2 0 36,52 3-3687,-36 8 621</inkml:trace>
  <inkml:trace contextRef="#ctx0" brushRef="#br1" timeOffset="102597.838">24389 9395 2705,'0'0'1691,"0"0"-251,0 0-144,0 0-316,0 0-381,0 0-319,-14-2-142,-44-1-29,55 5-87,0-1 0,0 0 0,1 0 0,-1 1 0,0 0 0,0-1-1,1 1 1,-1 0 0,1 0 0,-1 1 0,1-1 0,0 0 0,0 1 0,0-1 0,0 1 0,1 0 0,-1 0 0,1 0 0,-1 0 0,1 0-1,0 0 1,0 0 0,0 0 0,1 0 0,-1 0 0,1 0 0,0 1 0,-1-1 0,2 0 0,-1 0 0,0 1 0,1-1 0,-1 0-1,1 0 1,0 0 0,0 0 0,0 0 0,0 0 0,1 0 0,-1 0 0,1 0 0,0-1 0,0 1-22,177 91 365,-177-91-301,-1 0 0,1 0 1,-1 0-1,1 0 0,-1 0 0,0 0 0,-1 1 0,1-1 0,0 1 0,-1-1 0,0 0 0,0 1 0,0-1 1,0 1-1,0-1 0,-1 0 0,1 1 0,-1-1 0,0 0 0,0 1 0,-1-1 0,1 0 0,0 0 0,-1 0 1,0 0-1,0 0 0,0 0 0,0-1 0,0 1 0,0-1 0,-1 1 0,1-1 0,-1 0 0,0 0 0,0 0 1,0 0-1,0 0 0,0-1 0,0 0 0,0 1 0,-1-1-64,-10 11-249,-20 18-808,2-8-1393</inkml:trace>
  <inkml:trace contextRef="#ctx0" brushRef="#br1" timeOffset="103753.338">22304 9619 1672,'0'0'1209,"0"0"-199,0 0-85,0 0-81,0-25-49,0-55-260,0 27 2153,-1 140-2019,-2 15-242,3 0 0,5 0 0,5-1-1,4 0 1,4-1 0,13 32-427,-28-122 10,0 0-1,1 0 1,0 0 0,0 0-1,1-1 1,0 0 0,1 0 0,0 0-1,0-1 1,1 1 0,0-1-1,1-1 1,-1 0 0,2 0-1,-1 0 1,1-1 0,0 0-1,0-1 1,0 0 0,1 0-1,-1-1 1,1-1 0,1 1-1,-1-2 1,0 1 0,1-1-1,9 0-9,40-1 19,-1-3-1,0-3 0,1-2 1,-2-3-1,0-2 0,51-18-18,-13 5 24,122-25-412,-2-9 1,-2-10 0,-4-9-1,-4-9 1,-3-9-1,45-37 388,-185 94 159,-35-58 353,-10-32-482,-6-2 1,-5 1-1,-12-131-30,5 257 10,0 0 0,0 1 0,0-1 0,-1 1 0,1-1 0,-1 0 0,0 1 0,0-1 0,-1 1 0,1 0-1,-1-1 1,1 1 0,-1 0 0,0 0 0,0 0 0,-1 0 0,1 0 0,0 1 0,-1-1 0,0 1 0,0-1 0,1 1 0,-1 0 0,-1 0 0,1 1 0,0-1 0,0 0 0,-1 1 0,1 0 0,-1 0 0,1 0 0,-1 0 0,1 1 0,-1-1 0,0 1 0,1 0 0,-1 0 0,1 0 0,-1 0 0,-2 1-10,3-1 10,-23-1 94,0 2 0,0 0 0,0 1 0,0 2-1,0 1 1,1 1 0,-1 1-104,-855 360 1054,-134 22 581,998-383-3248,17-6-2769</inkml:trace>
  <inkml:trace contextRef="#ctx0" brushRef="#br1" timeOffset="104706.517">18405 4643 2977,'0'0'952,"0"0"64,0 0 104,0 0 25,0 0-121,0 0-80,0 0-272,-10 0-152,10 0-232,0 0-104,0 0-104,26 0-8,3 14-64,8 10 0,8 0-8,27 14-200,-9-9-2288,-8-8-2545</inkml:trace>
  <inkml:trace contextRef="#ctx0" brushRef="#br1" timeOffset="104952.283">19449 5158 5745,'0'0'1128,"0"0"-607,0 0-145,0 0-144,0 0 88,0 0-112,0 0-136,131 24 16,-105-9-88,4-1 64,-8 4-64,11 9-256,-10-7-1265,-3-5-1767</inkml:trace>
  <inkml:trace contextRef="#ctx0" brushRef="#br1" timeOffset="105169.689">20107 5544 5545,'0'0'1272,"0"0"-655,0 0 215,0 0-160,0 0-168,0 0-144,0 0-192,147 53-160,-114-38 64,0 9 40,3-1-112,16 21-464,-13-8-784,-6-7-1433</inkml:trace>
  <inkml:trace contextRef="#ctx0" brushRef="#br1" timeOffset="105420.805">20922 6184 5273,'0'0'1624,"0"0"-727,0 0-369,0 0-184,0 0-192,0 0-80,0 0-64,105 58-8,-82-7-368,0-13-904,-7-3-1537</inkml:trace>
  <inkml:trace contextRef="#ctx0" brushRef="#br1" timeOffset="105693.972">21387 6740 4633,'0'0'1064,"0"0"281,0 0-177,0 0-464,0 0-368,0 0-200,0 0-40,72 157-88,-59-116-8,3 3-160,7 21-624,-3-9-793,-4-9-1423</inkml:trace>
  <inkml:trace contextRef="#ctx0" brushRef="#br1" timeOffset="105853.604">21783 7462 2793,'0'0'1632,"0"0"-280,0 0-256,0 0-391,0 0-257,0 0-272,0 0-72,92 139-104,-79-110-568,-3-8-1641</inkml:trace>
  <inkml:trace contextRef="#ctx0" brushRef="#br1" timeOffset="106051.395">22133 7895 3193,'0'0'1384,"0"0"-128,0 0-176,0 0-343,0 0-345,0 0-192,0 0-120,27 59-80,-24-41-448,7-3-1241,-7 2-3576</inkml:trace>
  <inkml:trace contextRef="#ctx0" brushRef="#br1" timeOffset="106052.395">22369 8216 3153,'0'0'1352,"0"0"80,0 0-440,0 0-367,0 0-345,0 0-280,0 0 0,33 130-1217,-23-112-1447</inkml:trace>
  <inkml:trace contextRef="#ctx0" brushRef="#br1" timeOffset="106350.368">22588 8741 3961,'0'0'1433,"0"0"25,0 0-320,0 0-306,0 0-407,0 0-231,9 11-90,24 34-74,-4 49-2336,-24-52-453,34 85 272,14-5 4182,-15-69 2175,-24-27-4442,-11-22-1483</inkml:trace>
  <inkml:trace contextRef="#ctx0" brushRef="#br1" timeOffset="106552.184">22821 9309 1280,'0'0'2145,"0"0"-17,0 0-223,0 0-169,0 0-600,0 0-560,0 0-320,39 24-256,-29-24-1632</inkml:trace>
  <inkml:trace contextRef="#ctx0" brushRef="#br1" timeOffset="139124.694">16336 6519 2929,'0'0'654,"0"0"-165,0 0-73,0 0-38,0 0 219,-14 0-21,-91 1 647,96 3-1185,0 1 0,0 0 0,0 0 1,0 0-1,1 1 0,0 1 0,0-1 1,0 1-1,1 1 0,0-1 1,1 1-1,-1 0 0,2 1 0,-1-1 1,1 1-1,0 1-38,-3 2 24,-2 4 45,0 1 1,2 1 0,-1-1 0,2 1-1,1 0 1,0 1 0,1 0 0,1 0 0,1 0-1,1 0 1,0 0 0,1 1 0,2 3-70,-1-19 8,0 0 0,1 0 1,-1 0-1,1-1 0,0 1 1,0 0-1,1 0 1,-1-1-1,1 1 0,-1-1 1,1 1-1,0-1 1,1 0-1,-1 0 0,1 0 1,-1 0-1,1 0 1,0-1-1,0 1 0,0-1 1,0 0-1,0 0 0,1 0 1,-1 0-1,1 0 1,-1-1-1,1 1 0,-1-1 1,1 0-1,2 0-8,124 10-90,5-46-2167,-81 1-587</inkml:trace>
  <inkml:trace contextRef="#ctx0" brushRef="#br1" timeOffset="140040.665">16617 6475 2617,'0'0'840,"0"0"-412,0 0-220,0 0-73,0 0-2,0 0-5,-2-3-44,1 3-79,1-1-1,-1 0 1,0 0 0,0 1-1,1-1 1,-1 0-1,0 1 1,0-1 0,0 1-1,0 0 1,0-1 0,0 1-1,0 0 1,0-1 0,0 1-1,0 0 1,0 0-1,0 0 1,0 0 0,0 0-1,0 0 1,0 0 0,0 0-1,0 0 1,0 0 0,0 0-1,0 1 1,0-1-1,1 1 1,-1-1 0,0 0-1,0 1 1,0-1 0,0 1-1,0 0 1,1-1 0,-1 1-1,0 0 1,0-1-1,1 1 1,-1 0 0,1 0-1,-1 0 1,0 0 0,1 0-1,0-1 1,-1 1 0,1 0-1,0 0 1,-1 0 0,1 0-5,-10 10 86,-22 39 645,64-50-531,-31 0-142,-1 0 148,0 0 78,0 0 32,0 0-12,0 0-108,0 0-109,2 32 134,3 0 0,0 0 1,2-1-1,1 0 1,1 0-1,7 11-221,13 49 243,-29-92-241,1 1 1,-1-1-1,1 0 1,-1 0-1,0 1 1,1-1-1,0 0 1,-1 1-1,1-1 1,-1 1-1,1-1 1,0 0-1,-1 1 1,1-1 0,0 1-1,-1 0 1,1-1-1,0 1 1,0 0-1,-1-1 1,1 1-1,0 0 1,0 0-1,0 0 1,0 0-1,-1 0 1,1 0-1,0 0 1,0 0 0,0 0-1,0 0 1,-1 0-1,1 0 1,0 0-1,0 1 1,0-1-1,-1 0 1,1 1-1,0-1 1,0 1-1,-1-1 1,1 0-1,0 1 1,-1 0 0,1-1-1,-1 1 1,1-1-1,-1 1 1,1 0-1,-1-1 1,1 1-1,-1 0 1,1 0-1,-1-1 1,0 1-1,1 0 1,-1 0-1,0 0 1,0-1-1,0 1 1,0 0 0,0 0-1,0 0 1,0 0-1,0-1 1,0 1-1,0 0 1,0 0-1,0 0-2,40-186-14,-2 76-1117,-37 108 1129,1 0 0,-1 0-1,0 0 1,0 0 0,1 0 0,-1 1 0,0-1 0,1 0 0,-1 1 0,1-1 0,-1 1 0,1 0 0,-1-1 0,1 1 0,-1 0-1,1 0 1,-1 0 0,1 0 0,-1 0 0,1 0 0,-1 1 0,1-1 0,-1 0 0,1 1 0,-1-1 0,1 1 0,-1 0 0,0-1-1,1 1 1,-1 0 0,0 0 0,1 0 0,-1 0 0,0 0 0,0 0 0,0 0 0,0 0 0,0 0 0,0 1 0,0-1 0,-1 0-1,1 1 1,0-1 0,-1 0 0,1 1 0,-1-1 0,1 1 0,-1-1 0,0 1 0,1-1 0,-1 1 0,0 0 2,15 25 93,2 5-48,1 0 1,1-2-1,2 0 0,1-1 1,13 12-46,6 3-1789,-30-35-1735</inkml:trace>
  <inkml:trace contextRef="#ctx0" brushRef="#br1" timeOffset="140396.833">17095 6416 2689,'0'0'2091,"0"0"-1008,0 0-367,0 0-109,0 0-135,0 0-122,-18 19-42,-54 63-73,70-80-227,1 0 0,-1 0 0,0 0 0,1 0 0,-1 0 0,1 1 0,0-1-1,0 1 1,0-1 0,0 0 0,0 1 0,1 0 0,-1-1 0,1 1 0,-1-1 0,1 1 0,0 0-1,0-1 1,0 1 0,1 0 0,-1-1 0,0 1 0,1-1 0,0 1 0,0-1 0,0 1 0,0-1 0,0 1-1,0-1 1,0 0 0,1 1 0,-1-1 0,1 0 0,0 0 0,-1 0 0,1 0 0,0-1 0,0 1 0,1 0-1,-1-1 1,0 0 0,0 1 0,1-1 0,-1 0 0,1 0 0,-1 0 0,1 0 0,-1-1 0,1 1-8,6 4 31,133 69 240,-140-72-243,0 0 0,0 0 0,0 1 0,-1-1 1,0 0-1,1 1 0,-1-1 0,0 1 0,0-1 1,0 1-1,0 0 0,-1-1 0,1 1 0,-1 0 1,1-1-1,-1 1 0,0 0 0,0 0 0,0 0 0,-1-1 1,1 1-1,-1 0 0,1-1 0,-1 1 0,0 0 1,0-1-1,0 1 0,0-1 0,-1 1 0,1-1 1,-1 0-1,1 0 0,-1 1 0,0-1 0,0 0 1,0 0-1,0 0-28,-2 2-64,-1 1 1,1-1-1,-1 0 1,0-1 0,0 1-1,0-1 1,0 1-1,-1-2 1,1 1-1,-1-1 1,0 1-1,1-1 1,-1-1 0,0 1-1,0-1 1,-1 0 63,3-1-2155</inkml:trace>
  <inkml:trace contextRef="#ctx0" brushRef="#br1" timeOffset="140672.746">17331 6116 4513,'0'0'1184,"0"0"-760,0 0-240,0 0 488,0 0 9,33 159-41,-20-88-96,-7-1-40,11 13-104,-4-7-208,0-5-88,6-3-8,-2-9-48,-1-9-48,-9 9-176,-4-12-1344,-3-21-1273</inkml:trace>
  <inkml:trace contextRef="#ctx0" brushRef="#br1" timeOffset="140919.575">17295 6478 5049,'0'0'960,"0"0"-312,0 0-392,203-135-256,-131 102-536,-10 10-2224</inkml:trace>
  <inkml:trace contextRef="#ctx0" brushRef="#br1" timeOffset="141212.978">17714 6502 3353,'0'0'768,"0"0"-184,0 0-125,0 0 4,0 0-42,0 0 12,-12 18-5,-33 60-57,43-73-356,0-1 0,0 1 0,0 0 0,1-1 0,0 1 0,0 0 0,0 0 0,1 0 0,0 0 0,0 0 0,0-1 0,0 1 0,1 0 0,0 0 0,0 0 0,0 0 0,0-1 0,1 1 0,0-1 0,0 1 0,0-1 0,1 1 0,-1-1 0,1 0 0,0 0 0,0-1 0,0 1 0,1 0 0,-1-1 0,1 0 0,0 0 0,0 0 0,0 0 0,0-1 0,1 0 0,-1 0 0,1 0 0,-1 0 0,1 0 0,0-1 0,-1 0 0,1 0 0,0 0 0,0-1 0,0 0 0,0 0 0,0 0 0,-1 0 0,2-1-15,4 2 16,0 0 0,1 0 0,-1-1 0,0-1 0,0 0-1,1 0 1,-1-1 0,0 0 0,0-1 0,-1 0 0,1-1 0,0 0 0,-1 0 0,0-1-16,4-2 37,0 0 1,0-1-1,-1-1 1,-1 0-1,0 0 1,0-1 0,0-1-1,-2 0 1,1 0-1,-1-1 1,-1 0-1,0 0 1,-1-1-1,0 0 1,-1 0-1,0-1 1,-1 0-1,-1 0 1,0 0 0,1-14-38,-5 27 0,1-2 0,0 0 0,0 0 0,-1 0 0,0 0 0,1 0 0,-1 0 0,0 0 0,0 0 0,-1 0 0,1 0 0,-1 0 0,1 0 0,-1 0 0,0 0 0,0 0 0,0 0 0,-1 0 0,1 1 0,-1-1 0,1 0 0,-1 1 0,0-1 1,0 1-1,0 0 0,0 0 0,0 0 0,-1 0 0,1 0 0,-1 0 0,1 0 0,-1 1 0,-1-1 0,-4-1-80,1 0 1,0 1-1,-1 0 0,1 1 1,-1 0-1,0 0 0,1 0 1,-1 1-1,0 0 0,0 1 1,1 0-1,-1 0 0,0 0 1,1 1-1,-1 0 0,1 1 1,0-1-1,0 2 0,0-1 1,0 1-1,1 0 0,-1 0 1,1 1-1,0-1 0,0 1 1,0 1-1,1-1 0,0 1 1,0 0-1,-2 4 80,-18 26-2303</inkml:trace>
  <inkml:trace contextRef="#ctx0" brushRef="#br1" timeOffset="142523.247">18110 6372 1352,'0'0'2441,"0"0"-635,0 0-732,0 0-567,0 0-77,0 0 87,3 18-22,-2-12-454,1 12 87,1 1-1,1-1 1,1 0 0,1 0-1,0 0 1,1-1 0,7 12-128,-12-24 26,0-1 1,1 1-1,0-1 1,-1 1-1,2-1 0,-1 0 1,0 0-1,1-1 1,0 1-1,0-1 1,0 0-1,0 1 1,0-2-1,1 1 1,-1-1-1,1 1 1,0-1-1,0 0 0,4 1-26,18-57 133,-22 39-202,-2 1-173,1 1 0,1-1 0,0 1 0,0 0 0,2 0-1,0 0 1,0 1 0,1 0 0,0 0 0,11-10 242,-19 21 8,1 0 0,0 0 1,-1 0-1,1 0 1,0 0-1,0 1 0,0-1 1,0 0-1,0 0 1,0 1-1,0-1 0,0 0 1,0 1-1,0-1 1,0 1-1,0-1 0,0 1 1,0 0-1,1 0 1,-1-1-1,0 1 0,0 0 1,0 0-1,1 0 1,-1 0-1,0 0 0,0 0 1,0 1-1,1-1 0,-1 0 1,0 1-1,0-1 1,0 1-1,0-1 0,0 1 1,0-1-1,0 1 1,0 0-1,0-1 0,0 1 1,0 0-1,0 0 1,0 0-1,-1 0 0,1 0 1,0 0-1,-1 0 1,1 0-1,0 0 0,-1 0 1,0 0-1,1 1-8,16 72 1069,-13-51-897,-4-21-158,0 0-1,-1 0 1,1 1 0,1-1-1,-1 0 1,0 0-1,0 0 1,1 0 0,-1 1-1,1-1 1,0 0-1,0 0 1,0 0-1,0 0 1,0 0 0,0 0-1,0-1 1,0 1-1,1 0 1,-1-1-1,1 1 1,0 0 0,-1-1-1,1 0 1,0 1-1,0-1 1,0 0 0,0 0-1,0 0 1,0 0-1,0-1 1,0 1-1,0 0 1,0-1 0,0 1-1,0-1 1,1 0-1,-1 0 1,0 0-1,0 0 1,0 0 0,1 0-1,-1-1 1,0 1-14,3-3-22,0 0 1,-1 0-1,1-1 1,-1 1-1,0-1 1,0 0-1,-1 0 1,1 0-1,-1-1 1,0 1-1,0-1 1,0 0-1,0 0 1,-1 0-1,0 0 1,0 0-1,0-2 22,10-17-578,-11 21 523,0 0 9,1-1 0,-1 1-1,1 0 1,-1 0 0,1 0 0,0 0 0,0 1 0,0-1 0,1 0-1,-1 1 1,0 0 0,1-1 0,0 1 0,0 0 0,-1 0-1,1 0 1,0 1 0,1-1 0,-1 1 0,0 0 0,0 0 0,1 0-1,0 0 47,23 38 548,-23-32-516,0 0 0,0 0-1,0-1 1,1 1 0,-1-1-1,1 0 1,0-1 0,1 1-1,-1-1 1,0 0-1,1 0 1,0 0 0,0-1-1,-1 0 1,1 0 0,1-1-1,-1 0 1,0 0 0,0 0-1,0 0 1,1-1-1,-1 0 1,0-1 0,0 1-1,6-2-31,-8 0 16,1 0-1,-1 0 1,1 0 0,-1-1-1,1 1 1,-1-1-1,0 0 1,0-1-1,-1 1 1,1 0 0,-1-1-1,0 0 1,1 0-1,-2 0 1,1 0-1,0-1 1,-1 1 0,0-1-1,0 1 1,0-1-1,-1 0 1,1 0-1,-1 0 1,0 0 0,-1 1-1,1-1 1,-1-1-1,0 1 1,0 0-1,-1 0 1,1 0 0,-1 0-1,0 1 1,-1-3-16,0 5-6,-1-1 1,1 0-1,-1 1 0,0-1 1,0 1-1,0 0 1,0 0-1,-1 0 1,1 1-1,0-1 0,-1 1 1,1-1-1,-1 1 1,1 0-1,-1 1 1,0-1-1,1 1 0,-1-1 1,0 1-1,0 0 1,1 0-1,-1 1 1,0-1-1,1 1 0,-4 1 6,-6-2-6,9 1 7,0 1 0,0-1 0,1 1 0,-1 0 0,0 0 0,1 0 0,-1 1 0,1-1 0,0 1-1,0 0 1,0-1 0,0 2 0,0-1 0,1 0 0,-1 0 0,1 1 0,0 0 0,0-1 0,0 1 0,1 0-1,-1 0 1,1 0 0,0 0 0,0 0 0,0 0 0,1 0 0,-1 0 0,1 0 0,0 1 0,0-1 0,1 0-1,-1 0 1,1 0 0,0 0 0,0 0 0,1 3-1,-2 6 74,0-7-49,1-1-1,-1 0 1,1 0-1,0 0 1,0 0-1,0 0 0,1 0 1,0 0-1,0 0 1,0-1-1,1 1 1,-1-1-1,1 1 1,0-1-1,0 0 1,1 0-1,-1 0 1,1-1-1,0 1 1,0-1-1,0 0 1,0 0-1,0 0 1,1-1-1,0 1 1,-1-1-1,5 1-24,139 22 134,-142-28-139,0 0 0,-1-1 0,1 0 0,-1 0 0,0 0 0,0 0 0,0-1 0,-1 0 0,1 0 0,-1 0 0,-1 0 0,1-1 0,-1 0 0,1 1 0,-2-1 0,1 0 0,-1-1 0,0 1 0,0 0 0,0-1 0,-1 1 0,0-1-1,-1 1 1,1-1 0,-1 0 0,0 1 5,3-11-265,16-51-407,-18 67 659,-1 1 0,1-1 0,0 1 0,-1 0 0,1 0 0,0-1 0,-1 1 0,1 0 0,0 0 0,0 0 0,-1 0 0,1 0 1,0 0-1,0 0 0,-1 0 0,1 0 0,0 0 0,0 0 0,-1 0 0,1 1 0,0-1 0,-1 0 0,1 0 0,0 1 0,-1-1 0,1 1 0,0-1 0,-1 0 1,1 1-1,-1-1 0,1 1 0,-1 0 0,1-1 0,-1 1 0,1-1 0,-1 1 0,1 0 0,-1-1 0,0 1 0,1 0 0,-1-1 0,0 1 0,0 0 0,0 0 1,1-1-1,-1 1 0,0 0 0,0 0 0,0-1 0,0 1 13,111 204 383,-111-206-347,0 1 1,0-1 0,0 0-1,0 1 1,0-1 0,0 0 0,0 1-1,0-1 1,1 0 0,-1 1-1,0-1 1,0 0 0,1 1 0,-1-1-1,0 0 1,1 1 0,-1-1-1,0 1 1,1-1 0,-1 1 0,1-1-1,-1 1 1,1-1 0,-1 1-1,1 0 1,0-1 0,-1 1 0,1 0-1,-1-1 1,1 1 0,0 0-1,-1 0 1,1-1 0,0 1 0,-1 0-1,1 0 1,0 0 0,-1 0-1,1 0 1,0 0 0,0 0-1,-1 0 1,1 0 0,0 1 0,-1-1-1,1 0 1,0 0 0,-1 0-1,1 1 1,-1-1 0,1 0 0,0 1-1,-1-1 1,1 1 0,-1-1-1,1 1-36,1-17-234,2 1 120,1 0-1,0 0 0,0 1 1,2-1-1,-1 1 0,2 1 1,0 0-1,1 0 0,0 0 0,7-7 115,9-8-428,-17 22 357,-1-1 1,0 0-1,-1-1 0,0 1 1,0-1-1,0 0 0,-1-1 1,-1 0-1,1 1 0,-1-1 1,-1-1-1,0 1 0,0-2 71,-32 8-70,23 7 109,-1 0 1,1 0 0,1 0 0,-1 1-1,0 0 1,1 0 0,0 0-1,0 1 1,1 0 0,0-1-1,0 2 1,0-1 0,1 0-1,-1 1 1,2 0 0,-1 0-1,1-1 1,0 2 0,0-1-1,1 0 1,0 0 0,0 0-1,1 1 1,0-1 0,0 0-1,0 1 1,1-1 0,1 5-40,0-4 66,-1-1 0,1 0-1,0 0 1,0 0 0,1 0 0,0 0 0,0-1 0,1 1 0,0-1 0,0 0 0,0 0 0,1 0 0,4 4-66,-4-5 59,-1-1 0,0 1 0,0 0 0,0 0 1,-1 0-1,1 1 0,-1-1 0,-1 1 0,1 0 0,-1 0 1,0 0-1,0 0 0,-1 0 0,0 0 0,0 1 0,0-1 1,-1 0-1,0 0 0,0 1 0,0-1-59,-3-2 22,1 0-1,-1 0 1,0 0-1,0 0 1,0-1-1,0 0 1,-1 0-1,1 0 1,-1 0-1,0 0 0,0 0 1,0-1-1,0 0 1,-1 0-1,1 0 1,0-1-1,-1 1 1,-1-1-22,-6 4-49,-36 13-812,-3-5-1463</inkml:trace>
  <inkml:trace contextRef="#ctx0" brushRef="#br1" timeOffset="143604.564">15756 6525 2809,'0'0'1151,"0"0"-87,0 0-99,0 0-65,0 0-57,0 0-201,0-12-178,-3-35-179,49 233 1334,-31-128-1307,13 64 110,5-1 0,6-2 0,5-1 1,10 8-423,-47-110 11,1 0-1,0-1 1,2-1 0,-1 1 0,2-1-1,0-1 1,1 0 0,0-1 0,0 0 0,2-1-1,-1 0 1,2-1 0,-1 0 0,1-2 0,0 1-1,1-2 1,0 0 0,0-1 0,1-1 0,0 0-1,0-1 1,1-1-11,76 4 33,1-3-1,-1-5 1,0-4 0,0-5-1,67-15-32,-48 9 38,949-101-142,-985 106-44,0-3 0,-1-3-1,0-4 1,-2-2-1,-1-4 1,32-19 148,-55 26-34,-2-4 1,-1-1 0,0-2 0,-2-2 0,-2-2 0,0-2 0,-2-2 0,-2-1 0,-2-3-1,-1 0 1,-1-3 0,13-23 33,148-356-1963,-171 372 1677,-15 33 311,-1-1-1,-1 0 0,0-1 0,-2 0 0,0 0 0,0-1 0,-2 1 0,0-1 0,-1-8-24,-5 25 37,0 0 1,0-1 0,-1 1-1,1 1 1,0-1-1,-1 0 1,0 0-1,1 1 1,-1 0 0,0-1-1,0 1 1,0 0-1,0 1 1,0-1 0,0 0-1,0 1 1,0 0-1,0-1 1,0 1-1,0 0 1,0 1 0,0-1-1,-1 1 1,1-1-1,-2 2-37,-6-2 109,-200-3 679,39-1-479,1 8 0,-109 18-309,-472 107 826,-255 96-826,905-200 14,2 4-1,0 5 0,2 4 0,2 4 0,2 5 0,-58 39-13,135-75-235,0 1 0,1 0 1,1 2-1,-1-1 0,2 2 0,0 0 0,1 1 0,1 0 0,0 1 1,1 1 234,-5 9-4519</inkml:trace>
  <inkml:trace contextRef="#ctx0" brushRef="#br1" timeOffset="144872.496">16882 7486 3065,'0'0'1104,"0"0"-16,0 0-176,0 0-336,0 0-207,0 0-161,0 0-56,-72 82 56,56-52-80,0 2 8,-1 3-128,-2 1 40,-1 2-48,-13 27-40,4-15-1001,-1 0-1975</inkml:trace>
  <inkml:trace contextRef="#ctx0" brushRef="#br1" timeOffset="145164.805">16526 8261 4193,'0'0'1040,"0"0"-424,0 0-16,0 0-112,0 0-319,0 0 31,-43 162-152,36-130-40,-2 12-8,-1-11-328,-3 2-1209</inkml:trace>
  <inkml:trace contextRef="#ctx0" brushRef="#br1" timeOffset="145427.273">16300 8862 4393,'0'0'728,"0"0"-480,0 0-112,0 0-56,0 0-64,0 0 72,0 0-88,-69 168-8,62-118-40,1-9-328,-1-6-864</inkml:trace>
  <inkml:trace contextRef="#ctx0" brushRef="#br1" timeOffset="145428.273">16129 9430 3353,'0'0'984,"0"0"200,0 0-512,0 0-80,0 0-376,-52 153-39,52-132-169,-3 17-16,3-5-457,-3-7-1231</inkml:trace>
  <inkml:trace contextRef="#ctx0" brushRef="#br1" timeOffset="145593.165">16071 10011 2793,'0'0'1080,"0"0"-48,0 0-496,0 0-40,0 0-240,0 0-128,0 0-64,19 171-64,-19-136-120,0-6-1168,0-5-1393</inkml:trace>
  <inkml:trace contextRef="#ctx0" brushRef="#br1" timeOffset="145758.568">16116 10603 2673,'0'0'728,"0"0"-216,0 0-64,0 0-168,0 0-168,7 153-96,-7-118-8,0-2-8,0 5-88,0-8-456,0-10-872</inkml:trace>
  <inkml:trace contextRef="#ctx0" brushRef="#br1" timeOffset="146047.933">16136 11307 1304,'0'0'992,"0"0"-71,0 0 31,0 0-40,0 0 40,0 0-392,0 0-55,-13 56-145,10-47-160,3-9-144,0-15-56,0-23-1433,0-6-4824</inkml:trace>
  <inkml:trace contextRef="#ctx0" brushRef="#br1" timeOffset="146593.831">14398 11501 1280,'0'0'1162,"0"0"123,0 0-86,0 0-373,0 0-251,0 0-183,-25 2-72,-80 12 8,99-13-283,-1 1 0,1 0 0,0 1 0,0 0 1,0-1-1,0 2 0,0-1 0,1 1 0,-1 0 0,1 0 1,0 1-1,0-1 0,1 1 0,-3 4-45,-6 4 152,-7 6-25,2 0 0,1 1 1,0 1-1,2 0 0,0 1 0,2 1 0,0 0 1,1 1-1,2 0 0,0 0 0,2 1 0,0 1 1,2 0-1,1 0 0,1 0 0,1 1-127,4-25-2,0 0 0,0 1 0,1-1 0,-1 0 0,0-1-1,1 1 1,-1 0 0,1 0 0,-1 0 0,1-1 0,0 1 0,0-1 0,0 0-1,0 1 1,0-1 0,0 0 0,0 0 0,0 0 0,0 0 0,0-1 0,1 1-1,-1-1 1,0 1 0,1-1 0,-1 0 0,0 0 0,1 0 0,-1 0 0,0 0-1,1 0 1,-1-1 0,0 1 0,1-1 0,-1 1 0,1-2 2,10 2-26,188-17-319,-43-36-2485,-100 29 632</inkml:trace>
  <inkml:trace contextRef="#ctx0" brushRef="#br1" timeOffset="146993.581">14473 11702 3801,'0'0'996,"0"0"44,0 0-242,0 0-91,0 0-81,0 0 57,-9-7-181,4 3-438,5 4-58,0-1-1,0 0 1,-1 0-1,1 0 0,0 0 1,-1 1-1,1-1 1,0 0-1,-1 0 1,1 1-1,-1-1 0,1 0 1,-1 1-1,0-1 1,1 1-1,-1-1 1,1 1-1,-1-1 0,0 1 1,0-1-1,1 1 1,-1-1-1,0 1 1,0 0-1,0 0 0,1-1 1,-1 1-1,0 0 1,0 0-1,0 0 1,0 0-1,1 0 0,-1 0 1,0 0-1,0 0 1,0 0-1,0 0 1,1 1-1,-1-1 0,0 0 1,0 0-1,0 1 1,1-1-1,-1 1 1,0-1-1,0 0 0,1 1 1,-1 0-1,0-1 1,1 1-1,-1-1 1,1 1-1,-1 0 0,1-1 1,-1 1-1,1 0 1,-1 0-1,1-1 1,0 1-1,-1 0 0,1 0 1,0 0-1,0-1 1,0 1-6,-2 7 16,2 0 0,-1-1 0,1 1 1,0 0-1,0-1 0,1 1 0,0 0 1,1-1-1,0 1 0,0-1 0,0 0 0,1 0 1,0 0-1,0 0 0,1 0 0,0 0 1,0-1-1,1 0 0,0 0 0,0 0 0,0 0 1,0-1-1,1 0 0,0 0 0,0 0 1,1-1-1,-1 0 0,1 0 0,0-1 0,2 1-16,-5-4-7,1 0-1,-1 0 0,0 0 1,1 0-1,-1-1 0,0 0 0,1 0 1,-1 0-1,0-1 0,0 1 0,0-1 1,0 0-1,0 0 0,-1 0 1,1 0-1,-1-1 0,1 0 0,-1 0 1,0 1-1,0-2 0,0 1 0,0 0 1,-1-1-1,1 1 0,-1-1 0,0 0 1,0 0-1,0 0 0,0 0 1,-1 0-1,0 0 0,0 0 0,1-5 8,12-20-489,-10 20 316,-4 8 164,1-1 0,-1 0 0,1 1 0,-1-1 0,1 0 0,0 1 0,0-1 0,0 1 0,-1-1 0,1 1 0,1-1 0,-1 1 0,0 0 0,0 0 0,0-1 0,1 1-1,-1 0 1,1 0 0,-1 0 0,1 1 0,-1-1 0,1 0 0,-1 0 0,1 1 0,0-1 0,-1 1 0,1-1 0,0 1 0,0 0 0,0 0 9,24 51 75,2 70 112,14-79-2843,-26-39 708</inkml:trace>
  <inkml:trace contextRef="#ctx0" brushRef="#br1" timeOffset="147304.486">14830 11637 3065,'0'0'1255,"0"0"-451,0 0-251,0 0-157,0 0-118,0 0-144,-8 12-76,-22 38 132,29-49-171,1 1-1,0-1 1,0 1-1,0-1 0,0 1 1,0-1-1,0 1 0,0-1 1,1 0-1,-1 1 1,0-1-1,1 1 0,-1-1 1,1 0-1,0 1 1,-1-1-1,1 0 0,0 1 1,0-1-1,0 0 0,0 0 1,0 0-1,0 0 1,0 0-1,0 0 0,0 0 1,0 0-1,1 0 0,-1-1 1,0 1-1,1-1 1,-1 1-1,0 0 0,1-1-18,6 5 125,40 25 568,-35-24-582,0 2 0,-1-1 0,0 1 0,-1 1 0,0 0 0,0 1 0,-1 0 0,0 1 0,0 1-111,-8-10 39,-1 1 0,1 0 0,-1 0 0,0-1 0,0 1 0,0 0 0,-1 0 0,1 0 0,0 0 0,-1 0 0,0 0 0,0 0 0,0 0 0,0 0 0,-1 0 0,1 0 0,-1 0 0,1 0 0,-1 0 0,0 0 0,0 0 0,0-1 0,-1 1 0,1 0 0,-1-1 0,0 1 0,1-1 0,-1 1 0,0-1 0,0 0 0,-1 0 0,1 0 0,0 0 0,-1 0 0,1 0 0,-1-1 0,1 1 0,-1-1 0,-2 1-39,1 0-114,0 0 0,0 0 1,0-1-1,0 1 0,0-1 1,-1 0-1,1 0 0,0 0 1,-1-1-1,1 0 0,0 1 1,-1-1-1,1-1 0,0 1 1,-1-1-1,1 0 0,-2 0 114,-8-14-2666</inkml:trace>
  <inkml:trace contextRef="#ctx0" brushRef="#br1" timeOffset="147553.1">15062 11163 3113,'0'0'992,"0"0"-344,0 0 56,0 0 80,0 0 65,4 165-225,5-95-72,1 1-64,0-3-232,6-6-48,1-3-200,-1-9 88,-3-6-96,-3-12-232,-10-11-784,0-12-849,0-9-1127</inkml:trace>
  <inkml:trace contextRef="#ctx0" brushRef="#br1" timeOffset="149247.088">14977 11563 4729,'0'0'1167,"0"0"-343,0 0-152,0 0-88,20-26-297,70-82-212,-85 102-80,1 0 0,0 1 0,1-1 0,-1 1 0,1 1 0,0-1 0,0 1 0,0 0 0,1 1 0,-1-1 0,1 2 0,8-3 5,2-1-58,-6 1-134,-1 2-1,1-1 1,0 1-1,-1 1 1,1 0-1,0 0 1,0 1-1,1 1 1,-1 0-1,0 1 0,0 0 1,0 1-1,0 0 1,0 1-1,-1 0 1,8 4 192,-16-5 22,0 0 0,0 0 0,-1 1 1,1-1-1,-1 1 0,0-1 0,0 1 1,0 0-1,0 0 0,0 0 0,-1 0 1,1 0-1,-1 0 0,0 0 0,0 1 1,0-1-1,0 0 0,0 1 0,-1-1 1,0 0-1,1 1 0,-1-1 0,-1 1 1,1-1-1,0 1 0,-1-1 0,0 0 0,0 1 1,0-1-1,0 0 0,0 0 0,-1 1 1,1-1-1,-1 0 0,0-1 0,0 1 1,-2 2-23,-52 49 1006,-59 75-171,110-122-776,0 0 0,1 0 0,-1 1 0,1 0 0,1 0 0,-1 0 0,1 0 0,1 1 0,0-1 0,0 1 0,0 0 0,1 0 0,1-1 0,-1 1 0,2 0 0,-1 0 0,2 8-59,1-14 4,-1-1 0,1 0 1,0 0-1,0 0 0,0 0 0,0 0 0,0-1 0,0 1 0,0-1 1,1 0-1,-1 0 0,0 0 0,1-1 0,-1 1 0,1-1 0,-1 1 0,1-1 1,-1 0-1,1-1 0,-1 1 0,1-1 0,-1 1 0,3-2-4,13 1 4,-5-1 10,0-1 0,0-1 0,0-1 1,-1 0-1,0 0 0,0-1 0,0-1 0,-1 0 0,0-1 1,0 0-1,-1-1 0,0 0 0,-1-1 0,0 0 0,0 0 1,7-12-15,-9 13 18,1-1 0,-2 0-1,1-1 1,-1 0 0,-1 0 0,0-1 0,-1 1 0,0-1 0,0 0 0,-1-1 0,-1 1 0,0-1 0,-1 1 0,-1-1 0,1-8-18,-2 19 11,0-1-1,-1 1 1,1-1 0,0 1-1,-1 0 1,0-1 0,1 1-1,-1 0 1,0-1 0,0 1-1,0 0 1,-1 0 0,1 0-1,-1 0 1,1 0 0,-1 0-1,1 0 1,-1 1 0,0-1-1,0 0 1,0 1 0,0 0-1,0-1 1,0 1 0,0 0-1,-1 0 1,1 0 0,0 0-1,-1 1 1,1-1 0,0 1-1,-3-1-10,-88-3 123,78 5-138,11-1-55,-1 0-1,1 1 1,-1-1-1,1 1 0,0 0 1,-1 0-1,1 1 1,0-1-1,0 1 1,0 0-1,0 0 0,0 0 1,0 1-1,0-1 1,1 1-1,-1 0 0,1 0 1,-2 3 70,-13 48-5166,58-47 2549,125-79 7736,-156 70-5041,0 0 0,0 1 0,0 0 0,1 1 1,-1 0-1,0 0 0,0 0 0,1 2 0,-1-1 0,0 1 0,0 0 0,0 1 0,0 0 0,-1 0 0,1 1 0,-1 0 0,0 1 0,0 0 0,0 0 0,-1 0 0,0 1 0,0 1 0,0-1 1,-1 1-1,1 0 0,-2 0 0,1 1 0,-1-1 0,0 1 0,-1 1 0,0-1 0,0 0 0,-1 1 0,0 0 0,-1 0 0,1 0 0,-2 0 0,1 7-78,0-13 40,-1-1 1,0 0-1,-1 1 0,1-1 0,0 0 0,-1 1 0,1-1 0,-1 1 1,0-1-1,0 1 0,0-1 0,0 1 0,0-1 0,0 0 0,-1 1 1,1-1-1,-1 1 0,0-1 0,0 0 0,0 1 0,0-1 1,0 0-1,0 0 0,0 0 0,-1 0 0,1 0 0,-1 0 0,0 0 1,1 0-1,-1 0 0,0-1 0,0 1 0,0-1 0,0 0 0,0 1 1,-1-1-1,1 0 0,0 0 0,-1 0 0,1-1 0,0 1 1,-1-1-1,1 1 0,-1-1 0,1 0 0,-1 0 0,0 0-40,-1-3 1,0-2 0,0 1 0,1 0 1,-1-1-1,1 1 0,0-1 0,0 0 0,1 0 0,-1 0 0,1-1 0,0 1 0,1 0 0,-1-1 0,1 1 0,0-1 0,0 0 0,1 1 0,0-1 0,0 1 0,0-1 0,1 0 0,0 0-1,-1 5 1,-1-128-353,1 124 343,1 1 0,-1-1 0,1 1 0,0-1 0,0 1 0,0 0 0,1-1 0,0 1 0,-1 0 0,2 0 0,-1 0 0,0 0 0,1 0 0,-1 1 0,1-1 0,0 1 0,1-1 0,-1 1 0,0 0 0,1 0 0,0 1 0,0-1 0,0 1 0,0 0 0,0 0 0,0 0 0,0 0 0,1 1 0,-1 0 0,0 0 0,1 0 0,-1 0 0,1 1 0,-1 0 0,1 0 0,0 0 0,-1 0 0,1 1 0,-1-1 0,1 1 0,3 2 9,-3 0 15,1 0-1,-1 0 1,0 1 0,0 0 0,-1 0-1,1 0 1,-1 1 0,0-1 0,0 1-1,-1 0 1,1 0 0,-1 0 0,0 1 0,0-1-1,-1 1 1,1 0-15,21 35 91,-22-38-55,-2-2-37,0 1 0,1-1 0,-1 1 0,1-1 1,-1 1-1,1-1 0,0 1 0,-1-1 0,1 0 0,0 1 0,0-1 0,0 0 0,0 1 0,0-1 0,0 0 1,0 0-1,0 0 0,1 0 0,-1 0 0,0 0 0,1-1 0,-1 1 0,1 0 0,-1-1 0,1 1 0,-1-1 1,1 1-1,-1-1 0,1 0 0,-1 1 0,1-1 0,-1 0 0,1 0 0,0 0 0,-1 0 0,1-1 0,-1 1 1,1 0-1,-1-1 0,1 1 0,-1-1 0,1 1 0,-1-1 0,1 0 0,-1 1 0,0-1 0,1 0 0,-1 0 1,0 0 0,1-2 60,-3 1-85,1 1 0,0 0 0,0 0 0,0-1 0,0 1 0,0 0 0,0-1 0,0 1 0,0 0 0,0-1 1,1 1-1,-1 0 0,0 0 0,1-1 0,-1 1 0,1 0 0,-1 0 0,1 0 0,0-1 0,0 1 0,-1 0 0,1 0 0,0 0 0,0 0 0,0 1 0,0-1 1,0 0-1,0 0 0,0 1 0,1-1 0,-1 0 0,0 1 0,0-1 0,0 1 0,1-1 0,-1 1 0,0 0 0,1 0 0,-1-1 0,0 1 0,1 0 0,-1 0 1,0 0-1,0 1 0,1-1 0,-1 0 0,0 0 0,1 1 0,-1-1 0,0 0 0,0 1 0,1 0 0,-1-1 0,0 1 0,0 0 0,0-1 0,0 1 1,0 0-1,0 0 25,15 41 153,-15-36-113,0 0 1,0 0-1,1-1 0,0 1 1,0-1-1,0 1 0,1-1 0,-1 0 1,1 0-1,0 0 0,1 0 1,-1-1-1,1 1 0,0-1 1,0 0-1,1 0 0,-1 0 1,1-1-1,0 1 0,0-1 1,0 0-1,0-1 0,0 1 1,1-1-1,-1 0 0,3 0-40,-5-1 10,1 0-1,-1-1 1,0 1-1,0-1 1,0 0-1,0 0 1,0 0 0,0-1-1,1 1 1,-1-1-1,0 1 1,0-1-1,0 0 1,0 0-1,0-1 1,-1 1 0,1 0-1,0-1 1,0 0-1,-1 0 1,1 0-1,-1 0 1,0 0-1,0 0 1,1 0 0,-1-1-1,-1 1 1,1-1-1,0 0 1,-1 0-1,1 1 1,-1-1-1,0 0 1,0 0 0,0 0-1,0 0 1,0 0-1,-1 0 1,0-1-1,1 1 1,-1 0-1,0 0 1,0-1-10,0 4 0,1-3-45,1 0-1,-1 0 0,0-1 0,0 1 0,0-1 1,0 1-1,-1 0 0,1-1 0,-1 1 0,0-1 1,0 1-1,0-1 0,-1 1 0,1-1 1,-1 1-1,0-1 0,1 1 0,-2 0 0,1-1 1,0 1-1,-1 0 0,1 0 0,-1 0 0,0 0 1,0 0-1,0 0 0,-1 0 0,1 1 1,0-1-1,-1 1 0,-1-1 46,1 2-7,-1 0 0,1 0 1,-1 0-1,1 0 0,-1 1 0,1 0 1,-1 0-1,1 0 0,-1 0 0,1 0 1,-1 0-1,1 1 0,-1 0 0,1 0 0,-1 0 1,1 0-1,0 0 0,0 1 0,-1 0 1,1-1-1,0 1 0,0 0 0,1 0 1,-1 1-1,0-1 0,1 1 0,-1-1 0,1 1 1,0 0-1,0 0 0,0 0 0,0 0 1,0 0-1,1 0 0,0 0 0,-1 1 1,1-1-1,0 1 0,1-1 0,-1 1 7,0-1 30,0 1-1,0-1 1,0 1-1,1-1 0,0 1 1,-1-1-1,1 1 1,0-1-1,1 1 1,-1-1-1,1 1 0,-1-1 1,1 1-1,0-1 1,0 1-1,1-1 1,-1 0-1,1 0 0,0 0 1,-1 0-1,1 0 1,1 0-1,-1 0 1,0 0-1,1-1 1,-1 1-1,1-1 0,0 0 1,0 0-1,0 0 1,0 0-1,0 0 1,0-1-1,0 1 0,1-1 1,-1 0-1,0 0 1,1 0-1,-1-1 1,1 1-1,-1-1 0,4 0-28,-2 2 12,-1-1 1,1-1-1,-1 1 1,1-1-1,-1 1 1,1-1-1,-1-1 1,1 1-1,-1-1 1,0 1-1,1-1 1,-1-1-1,1 1 1,-1 0-1,0-1 1,0 0-1,0 0 1,0 0-1,0-1 1,-1 1-1,1-1 1,-1 0-1,1 0 1,-1 0-1,0-1 1,0 1-1,0-1 1,-1 1-1,1-1 1,-1 0-1,0 0 1,0-1-14,58-205-1033,-60 209 1025,0 0 0,0 0 0,0 0 0,0 1-1,0-1 1,0 0 0,1 0 0,-1 0 0,0 1 0,1-1-1,-1 0 1,0 0 0,1 0 0,-1 1 0,1-1 0,-1 0-1,1 1 1,-1-1 0,1 1 0,0-1 0,-1 0-1,1 1 1,0 0 0,-1-1 0,1 1 0,0-1 0,0 1-1,0 0 1,-1-1 0,1 1 0,0 0 0,0 0-1,0 0 1,0 0 0,-1-1 0,1 1 0,0 0 0,0 1-1,0-1 1,0 0 0,-1 0 0,1 0 0,0 0 0,0 1-1,0-1 1,0 0 0,-1 1 0,1-1 0,0 0-1,-1 1 1,1-1 0,0 1 0,-1 0 0,1-1 0,0 1-1,0 0 9,27 42 91,-26-40-86,6 12 113,-1 0 1,0 1-1,0 0 1,-2 0-1,0 0 1,-1 0 0,0 1-1,-2 0 1,0 0-1,0 4-118,-16-24 726,9-9-736,1 1 0,-1-1 0,2 0 0,-1-1 0,2 1 0,0-1 0,0 1 0,1-1 0,1 1 0,0-1 0,1 0-1,0-1 11,-1-11-221,0 23 203,-1-1 0,1 1 0,0-1 0,0 0 0,0 1 0,0-1 0,1 1 0,-1-1 0,1 0 0,-1 1 0,1-1 0,0 1 0,0 0 0,0-1 0,0 1-1,1 0 1,-1-1 0,1 1 0,-1 0 0,1 0 0,0 0 0,-1 0 0,1 1 0,0-1 0,0 0 0,1 1 0,-1-1 0,0 1 0,0 0 0,1 0 0,-1 0 0,1 0 0,-1 0 0,1 0 0,-1 1-1,1-1 1,-1 1 0,1 0 0,-1-1 0,1 1 0,0 1 0,-1-1 0,1 0 18,-2 33-17,-1-22 44,0 0-1,1-1 1,1 1 0,0 0 0,0-1-1,1 1 1,0-1 0,0 0 0,2 0-1,-1 0 1,1-1 0,0 1 0,1-1-1,0 0 1,6 6-27,48 66 160,-58-77-127,-1 1 0,0 1 1,0-1-1,0 0 0,0 0 0,-1 0 0,0 0 0,0 0 0,0 1 0,-1-1 0,0 0 1,0 0-1,0 0 0,0 0 0,-1 0 0,0 0 0,0 0 0,0-1 0,-1 1 0,1-1 1,-1 1-1,0-1 0,-1 0 0,1 0 0,-1-1 0,1 1 0,-1-1 0,0 1 0,-1-1 0,1 0 1,0-1-1,-1 1 0,0-1 0,1 0 0,-1 0 0,0 0 0,0-1 0,0 0 0,0 0 1,0 0-1,0 0 0,-1-1 0,1 0 0,0 0 0,0 0 0,-1-1-33,-21 1-1087,1-3-1493</inkml:trace>
  <inkml:trace contextRef="#ctx0" brushRef="#br1" timeOffset="150803.775">13605 11596 2705,'0'0'849,"0"0"-63,0 0-142,0 0-1,0 0-110,0 0-148,9-5-18,-9 5-363,1-1 14,0 0 0,1 0-1,-1 0 1,0 0-1,0 0 1,1 1-1,-1-1 1,1 0 0,-1 1-1,0-1 1,1 1-1,-1-1 1,1 1-1,0 0 1,-1-1 0,1 1-1,-1 0 1,1 0-1,-1 0 1,1 1 0,-1-1-1,1 0 1,-1 0-1,1 1 1,-1-1-1,1 1 1,-1-1 0,1 1-1,-1 0 1,0 0-1,1-1 1,-1 1-1,0 0 1,0 0 0,0 0-1,1 1 1,-1-1-1,0 0 1,-1 0-1,1 0 1,0 1 0,0-1-1,0 0 1,-1 1-1,1-1 1,-1 1 0,1-1-1,-1 1 1,1 0-18,166 483 2248,-163-476-2234,0 0 1,1 0-1,0 0 0,0-1 1,1 0-1,0 0 0,1 0 0,0-1 1,0 0-1,0 0 0,1-1 1,0 0-1,0 0 0,1 0 0,-1-1 1,1-1-1,0 0 0,1 0 0,-1 0 1,1-1-1,-1-1 0,1 0 1,0 0-1,7 0-14,54-2 25,-1-4 0,0-2 0,0-4 0,-1-3 0,0-2 0,20-10-25,150-30 26,534-37 49,-275-20-45,-449 100-41,0-2 0,-2-2 0,1-3-1,-2-1 1,-1-2 0,22-16 11,-51 30 3,51-24 8,3 3 0,0 3 0,31-6-11,-34 11 11,-60 19-5,-1 0-1,1 0 1,-1 0 0,0-1-1,0 0 1,0 0-1,-1-1 1,1 0-1,-1 0 1,0 0 0,0 0-1,0-1 1,0 0-1,-1 0 1,0 0-1,0-1 1,0 1 0,-1-1-1,0 0 1,0 0-1,0 0 1,-1 0-1,0-1 1,0 1 0,0 0-1,-1-1 1,0 0-1,0-5-5,6-384 72,-7 340-70,-1-1 0,-4 1 0,-2-1 0,-14-54-2,19 105 25,-1 1 1,1-1-1,-1 0 0,0 1 0,-1 0 0,0-1 0,0 1 0,0 1 0,0-1 0,0 1 1,-1-1-1,0 1 0,0 0 0,0 1 0,-1 0 0,1-1 0,-1 2 0,0-1 0,1 1 1,-1 0-1,0 0 0,-1 0 0,1 1 0,0 0 0,0 0 0,-1 1 0,1-1 0,0 1 1,-1 1-1,1-1 0,0 1 0,0 0 0,0 1 0,-1-1 0,0 2-25,-213 66 835,-927 283-147,996-307-372,2 8-1,-115 58-315,132-45 70,-11 7 14,-4-6-1,-2-6 0,-53 10-83,42-46-8,157-24-70,1-1-1,-1 0 1,0 0 0,0 0-1,0 0 1,0 0-1,1-1 1,-1 1 0,0-1-1,0 0 1,1 0 0,-1 0-1,0 0 1,1 0-1,-1-1 1,1 1 0,0-1-1,-1 1 1,1-1 0,0 0-1,0 0 1,0 0-1,0 0 1,0 0 0,1-1-1,-1 1 1,1-1 0,-1 1-1,1-1 1,0 1 0,0-1-1,0 0 1,0 1-1,1-1 1,-1 0 0,1 0-1,-1 1 1,1-1 0,0 0-1,0 0 1,0 0-1,1 0 1,-1 1 0,1-1-1,-1 0 1,1 0 0,0 0 78,-1-54-4967</inkml:trace>
  <inkml:trace contextRef="#ctx0" brushRef="#br1" timeOffset="163743.386">12299 5998 184,'0'0'544,"0"0"-176,0 0-216,0 0-152,0 0 0,0 0-280</inkml:trace>
  <inkml:trace contextRef="#ctx0" brushRef="#br1" timeOffset="164083.713">12299 5998 480,'0'-134'2403,"-50"9"695,3-28 191,112 297-2830,-19-27-27,-5 3 1,-5 1-1,-5 1 0,-4 11-432,-15 53-8,-21-187-2740,-9-13-1265</inkml:trace>
  <inkml:trace contextRef="#ctx0" brushRef="#br1" timeOffset="164383.001">12152 6033 4121,'0'0'711,"0"0"-309,16-27-127,55-89 0,-63 105-215,0-1 1,0 1-1,1 1 1,0-1-1,1 2 1,1-1-1,-1 1 1,1 1-1,1 0 0,-1 0 1,1 2-1,11-6-60,67 1 531,-89 13-487,1-1 0,0 0 0,-1 0 0,1 1 0,-1-1 0,1 1 0,-1-1 0,1 1 0,-1 0 0,0-1 0,0 1 0,0 0 1,0 0-1,0 0 0,-1 0 0,1 0 0,0 0 0,-1 0 0,1 0 0,-1 0 0,0 0 0,0 0 0,0 1 0,0-1 0,0 0 0,0 0 0,-1 0 0,0 2-44,1 0 155,1 6-12,-1-1 0,0 0 0,-1 0 0,0 1-1,0-1 1,-1 0 0,0 0 0,-1 0 0,0 0-1,0-1 1,-1 1 0,0-1 0,-3 4-143,-9 16 187,1 0-101,-1-2 0,-1 0-1,-1-1 1,-1-1-1,-1 0 1,-1-2 0,-7 5-86,22-24-2612,6-3-1623</inkml:trace>
  <inkml:trace contextRef="#ctx0" brushRef="#br1" timeOffset="164981.882">12581 5742 4345,'0'0'939,"0"0"-8,0 0-19,0 0-339,0 0-386,0 0-22,6 6-43,4 2 7,0 2 0,0 0-1,-1 0 1,0 0 0,-1 1 0,0 1 0,-1-1 0,0 1 0,-1 1 0,0-1 0,-1 1-1,0 0 1,-1 0 0,0 0 0,-2 1 0,1-1 0,-1 6-129,-2-18 285,0-15-169,0 7-155,-1-2-45,1 1 0,0-1 0,0 0 0,1 0 0,0 0 0,1 1 0,0-1 0,0 1 0,0-1 0,1 1 0,1 0 0,0 0 0,2-4 84,-3 5-9,1 1-1,-1 0 0,1 0 0,0 1 1,1-1-1,-1 1 0,1 0 0,0 0 1,0 1-1,1-1 0,-1 1 1,1 0-1,0 1 0,0-1 0,1 1 1,-1 0-1,1 1 0,-1 0 0,1 0 1,0 0-1,0 1 0,-1 0 0,2 0 10,46 50 348,-36-26-237,-10-11-102,1 0-1,1-1 1,0 0-1,1 0 1,0-1-1,0-1 1,1 0-1,0 0 1,1-1-1,0-1 1,0 0-1,0-1 1,1 0-1,0-1 1,0-1-1,1 0 0,-1-1 1,1 0-1,0-1-8,-12-2 9,0 1-1,0-1 0,1 0 0,-1 1 0,0-2 0,1 1 0,-1 0 0,0-1 0,0 1 0,0-1 0,1 0 0,-1 0 0,0 0 1,0-1-1,0 1 0,-1-1 0,1 1 0,0-1 0,0 0 0,-1 0 0,1 0 0,-1-1 0,0 1 0,0-1 0,0 1 0,0-1 1,0 1-1,0-1 0,-1 0 0,1 0 0,-1 0 0,0 0 0,0 0 0,0 0 0,0-1 0,0-1-8,1 0 9,-1-1 0,1 0 0,-1-1 0,0 1 1,-1 0-1,1 0 0,-1 0 0,0-1 0,-1 1 0,0 0 0,0 0 0,0 0 0,0 0 0,-1 0 0,0 0 0,0 0 0,-1 1 0,0-1 0,0 1 0,0-1 0,-1 1 1,1 0-1,-1 0 0,0 1 0,-1-1 0,1 1 0,-1 0 0,0 0 0,-2-1-9,-5-1 96,0 0-1,0 1 1,0 0 0,-1 1-1,0 0 1,0 1 0,0 0-1,0 1 1,0 1 0,0 0-1,0 1 1,-14 1-96,25 0-3,0-1 0,1 1 0,-1 0 0,0-1-1,0 1 1,1 0 0,-1 0 0,1 0 0,-1 0 0,1 1 0,-1-1 0,1 0-1,-1 1 1,1-1 0,0 1 0,0-1 0,0 1 0,0 0 0,0-1-1,0 1 1,0 0 0,1 0 0,-1-1 0,1 1 0,-1 0 0,1 0-1,0 0 1,-1 0 0,1 0 0,0 0 0,0 0 0,0-1 0,1 3 3,1 43-2802,-1-41 1817,1 8-4057</inkml:trace>
  <inkml:trace contextRef="#ctx0" brushRef="#br1" timeOffset="165947.726">13435 5730 5241,'0'0'1410,"0"0"-555,0 0-331,0 0-127,0 0-150,-28-10-87,-88-29-13,112 37-144,1 0 1,-1 0 0,1 0 0,-1 1 0,0-1 0,1 1 0,-1 0 0,0 0 0,0 1 0,0-1 0,0 1-1,0 0 1,0 0 0,0 0 0,0 0 0,1 1 0,-1-1 0,0 1 0,0 0 0,0 0 0,0 1-1,1-1 1,-1 1 0,1 0 0,-1 0 0,1 0 0,0 0 0,0 1 0,0-1 0,0 1 0,0 0 0,0 0-1,1 0 1,-1 0 0,1 0 0,0 0 0,0 1 0,0-1 0,1 1 0,-1 0 0,1-1 0,-1 1-1,1 0 1,1 0 0,-1 0 0,0 0 0,1-1 0,0 1 0,0 0 0,0 0 0,1 0 0,-1 0 0,1 0-1,0 0 1,1 3-4,1-2 1,0 0-1,0-1 0,1 1 0,0-1 1,0 0-1,0 0 0,0 0 0,1-1 1,0 0-1,-1 1 0,1-2 0,0 1 1,0-1-1,1 1 0,-1-1 0,0-1 1,1 1-1,-1-1 0,1 0 0,0 0 1,-1 0-1,1-1 0,0 0 0,-1 0 1,1-1-1,2 0 0,0 2-1,0 0 1,1-1-1,-1 0 1,0 0-1,1-1 1,-1 0-1,0-1 1,0 1-1,0-2 1,0 1-1,0-1 0,-1 0 1,1-1-1,-1 0 1,0 0-1,0 0 1,0-1-1,0 0 1,-1 0-1,0-1 1,0 0-1,4-5 1,3-6-13,0-1 1,-2 0-1,0-1 1,0 0-1,-2 0 0,0-1 1,-2 0-1,0-1 1,-1 0-1,-1 0 0,-1 0 1,-1-1-1,-1 1 1,-1-1-1,-1 0 0,0 1 1,-2-1-1,-1-1 13,2 17-8,0 0-1,0-1 1,-1 1-1,0 0 1,0 0-1,0 1 1,-1-1-1,0 0 1,0 1-1,0-1 1,-1 1-1,1 0 1,-1 0-1,-1 1 1,1-1-1,-1 1 1,0 0-1,0 0 1,0 0-1,0 1 1,-3-1 8,-3 52 298,11-40-235,1 10 21,0 1 1,1-1-1,1 1 0,1-1 1,1 0-1,0 0 0,1-1 1,7 13-85,2 8 161,1-2 1,2 0-1,2 0 0,1-2 1,2-1-1,14 15-161,8-15 69,-37-40 25,-8-15-9,1 9-148,0-1 0,-1 1 0,-1 0-1,0-1 1,0 1 0,-2 0 0,1 0 0,-2 0 0,0 0 0,0 0 0,-1 1 0,-5-9 63,9 64-100,4-32 126,1 0 1,0 0 0,1-1 0,0 1 0,1-1 0,0-1 0,0 1-1,1-1 1,1 0 0,-1 0 0,1-1 0,1 0 0,0-1 0,0 0 0,0 0-1,1-1 1,-1 0 0,2-1 0,-1 0 0,6 2-27,-13-6 4,1 1 0,0-1-1,0 0 1,-1 0 0,1 0 0,0-1 0,0 1-1,0-1 1,0 0 0,0 0 0,0 0 0,0-1-1,0 1 1,0-1 0,0 0 0,-1 0 0,1 0 0,0-1-1,-1 1 1,1-1 0,-1 0 0,1 0 0,-1 0-1,0-1 1,0 1 0,0-1 0,0 0 0,0 1-1,0-1 1,-1 0 0,0-1 0,1 1 0,-1 0 0,0-1-1,0-2-3,8-11-179,-1-1-1,-1 0 1,0 0 0,-2 0-1,0-1 1,-1 0-1,-1-1 1,-1 1-1,1-11 180,-4 30 644,1 149 405,0-147-1147,0 1 0,0-1-1,0 0 1,0 0 0,0 0 0,1 1 0,-1-1 0,1 0 0,0-1 0,-1 1 0,1 0 0,0 0 0,0-1 0,0 1 0,0-1 0,0 0 0,0 0 0,0 1-1,1-1 1,-1-1 0,0 1 0,1 0 0,-1 0 0,1-1 0,-1 0 0,1 1 0,-1-1 0,1 0 0,-1 0 0,1 0 0,-1-1 0,2 1 98,17 0-4373</inkml:trace>
  <inkml:trace contextRef="#ctx0" brushRef="#br1" timeOffset="166198.185">14296 5503 6353,'0'0'1793,"0"0"-913,0 0-256,0 0-296,0 0-32,-121 156-40,111-109-72,7 0-16,3-5-40,7-7-112,25-11 112,14-10-128,3-8-64,0-6-480,7-6-584,-13-20-864,-11-4-1161</inkml:trace>
  <inkml:trace contextRef="#ctx0" brushRef="#br1" timeOffset="166484.524">14299 4923 4665,'0'0'936,"0"0"-608,0 0 8,0 0 72,0 0 305,0 0-97,0 0-152,148 215-152,-119-142-200,1-2-24,-4-3-32,-6 0-56,-7-10 0,-13 10-392,0-18-752,-13-11-1425</inkml:trace>
  <inkml:trace contextRef="#ctx0" brushRef="#br1" timeOffset="166747.774">14378 5347 4873,'0'0'1536,"0"0"-391,0 0-161,0 0-360,141-159-232,-102 132-328,-3 10-64,10 8-264,-10 9-1264,-10 0-1225</inkml:trace>
  <inkml:trace contextRef="#ctx0" brushRef="#br1" timeOffset="168081.52">14368 5597 2609,'0'0'1189,"0"0"-89,0 0-230,0 0-163,0 0-2,0 0-163,-7-4-181,-38-15 146,45 37-240,0 76 427,25-97-592,-12 0 1538,-14 28-2467,0-12-494,1-1-831</inkml:trace>
  <inkml:trace contextRef="#ctx0" brushRef="#br1" timeOffset="170648.321">11880 5633 2673,'0'0'1157,"0"0"-130,0 0-169,0 0-234,0 0-136,0 0-35,3-16-77,13-47-69,-15 62-298,-1 0 0,0 0 1,1 0-1,-1 1 0,1-1 0,-1 0 1,1 0-1,0 1 0,-1-1 0,1 0 0,0 0 1,-1 1-1,1-1 0,0 1 0,0-1 0,-1 1 1,1-1-1,0 1 0,0-1 0,0 1 1,0 0-1,0-1 0,0 1 0,0 0 0,0 0 1,0 0-1,0 0 0,0 0 0,0 0 0,0 0 1,-1 0-1,1 0 0,0 0 0,0 1 1,0-1-1,0 0 0,0 1 0,0-1 0,0 0 1,0 1-1,-1-1 0,1 1 0,0-1 0,0 1 1,0 0-1,-1-1 0,1 1 0,0 0 1,-1 0-1,1-1 0,-1 1 0,1 0 0,-1 0 1,1 0-1,-1 0 0,0 0 0,1-1 0,-1 1 1,0 0-1,0 0 0,0 0 0,0 0 1,1 0-1,-1 0 0,0 0 0,-1 0-9,74 301 1756,-50-175-1185,-21-118-539,15 83 188,3-1-1,5-1 0,3-1 0,5-2 1,22 42-220,-48-114 6,1 0 0,0 0 1,1-1-1,1 0 0,0 0 0,1-1 1,0 0-1,1-1 0,1-1 1,0 0-1,0 0 0,1-2 1,0 1-1,1-2 0,0 0 1,0-1-1,1 0 0,0-1 1,0-1-1,0 0 0,1-2 1,0 0-1,13 1-6,20-1 15,1-3 1,-1-2-1,0-2 1,0-3-1,32-8-15,93-26-95,-2-7 0,-3-7 0,-2-8 0,-2-8 1,44-31 94,-73 30-84,47-25 101,-4-8 0,3-12-17,-171 109 7,0-1 0,0 0 0,-1-1 0,0 0 0,0 0-1,-2-1 1,1 0 0,-1-1 0,-1 0 0,0-1 0,-1 0 0,0 0-1,-1 0 1,0-1 0,-1 0 0,-1 0 0,0 0 0,-1-1 0,0 1 0,-1-13-7,-2-318 82,-12 210-231,-6 2-1,-17-50 150,35 168 18,-2 1-1,0 0 0,-1 0 1,0 1-1,-1-1 1,-1 1-1,0 0 0,-1 0 1,0 0-1,-1 0 0,0 1 1,-1 1-1,0-1 0,-1 1 1,-1 1-1,1-1 0,-2 2 1,1-1-1,-1 1 0,-1 1 1,0 0-1,0 1 0,0 0 1,-1 1-1,0 0 0,0 1 1,0 0-18,-20 5 37,1 0 0,-1 2 0,1 1 1,0 2-1,0 1 0,1 2 1,0 1-1,0 1 0,1 2 1,0 0-1,1 3 0,0 0 1,-10 9-38,-15 3 43,-1197 567 261,1113-533-244,-36 14 167,3 7-1,4 7 1,-4 13-227,161-96-126,1-1 0,0 1 1,1 1-1,0 0 0,0 0 0,0 0 1,1 1-1,0 0 0,0 1 1,1-1-1,0 1 0,1 0 0,0 1 1,-4 8 125,7 0-2909</inkml:trace>
  <inkml:trace contextRef="#ctx0" brushRef="#br1" timeOffset="173463.498">17878 9787 3313,'0'0'1408,"0"0"-960,0 0-160,0 0 568,0 0-47,0 0-321,75 168 8,-59-118-136,7-6-72,-3 0 80,-4-8-200,-3-7-80,-3-8-88,-3-1-80,-4-5-952,-3-12-1441</inkml:trace>
  <inkml:trace contextRef="#ctx0" brushRef="#br1" timeOffset="173749.164">17838 9734 3889,'0'0'976,"0"0"-24,0 0-26,0 0-234,34-24-224,105-73-115,-137 95-333,0 0-1,0 0 0,0 0 1,1 0-1,-1 0 0,1 1 1,-1-1-1,1 1 0,-1 0 1,1-1-1,0 1 0,0 0 1,0 1-1,0-1 0,0 0 1,-1 1-1,1 0 0,0-1 1,0 1-1,0 1 0,0-1 1,0 0-1,0 1 0,0-1 1,0 1-1,0 0 0,0 0 1,0 0-1,-1 0 0,1 0 1,0 1-1,-1-1 0,1 1 1,-1 0-1,0 0 0,1 0 1,0 2-20,19 81 842,-22-80-761,1 2-3,0 0 0,0 0 0,-1 0 0,0 1 0,-1-1 0,0 0 0,0 0 0,0 0-1,-1 0 1,0 0 0,0 0 0,-1 0 0,0-1 0,0 1 0,-4 5-78,-112 114-1355,108-119-1176</inkml:trace>
  <inkml:trace contextRef="#ctx0" brushRef="#br1" timeOffset="174282.511">18408 9672 5137,'0'0'874,"0"0"-301,0 0-140,0 0-39,0 0-11,0 0 273,15 24-33,44 78-95,-43-19 478,-18-64-377,-10-21 74,9-115-1298,3 112 593,1 0 1,0 0 0,0 0-1,0 0 1,1 1 0,0-1-1,0 0 1,0 1-1,1-1 1,-1 1 0,1 0-1,0-1 1,0 1 0,1 1-1,-1-1 1,1 0-1,0 1 1,0 0 0,0 0-1,0 0 1,1 0 0,-1 1-1,1 0 1,-1 0-1,1 0 1,0 0 0,0 1-1,0 0 1,0 0 0,0 0-1,0 0 1,0 1-1,0 0 2,3 0 6,-1 0 0,1 1-1,-1 1 1,1-1 0,-1 1-1,0 0 1,0 0 0,1 1-1,-2 0 1,1 1 0,0-1-1,-1 1 1,1 0-1,-1 1 1,0 0 0,-1 0-1,5 5-5,-4-5 3,0 1-1,0-1 0,0 0 0,1 0 1,0-1-1,0 0 0,0 0 0,0-1 0,0 0 1,1 0-1,-1-1 0,1 0 0,0 0 1,0 0-1,0-1 0,0-1 0,0 1 0,0-1 1,0-1-1,0 1 0,3-2-2,-8-1 6,0 0 0,1 0 0,-1-1-1,0 1 1,-1-1 0,1 0 0,-1 0 0,1 0 0,-1 0 0,0-1-1,-1 1 1,1 0 0,-1-1 0,0 1 0,0-1 0,0 1-1,-1-1 1,1 0 0,-1 1 0,0-1 0,-1 0 0,1-1-6,0 5-1,0-92 17,0 91-14,0 1 0,0 0-1,-1-1 1,1 1 0,0 0-1,0-1 1,-1 1 0,1 0-1,-1-1 1,1 1 0,-1 0 0,0 0-1,1 0 1,-1 0 0,0-1-1,0 1 1,0 0 0,0 0-1,0 0 1,0 1 0,0-1 0,0 0-1,0 0 1,0 0 0,0 1-1,-1-1 1,1 1 0,0-1-1,0 1 1,-1-1 0,1 1-1,0 0 1,-1 0 0,1 0 0,0-1-1,-1 1 1,1 0 0,0 1-1,-1-1 1,1 0 0,-1 0-1,1 1 1,0-1 0,0 0 0,-1 1-1,0 0-1,-57 36-35,14 46-2319,31-55-1575</inkml:trace>
  <inkml:trace contextRef="#ctx0" brushRef="#br1" timeOffset="175200.132">19109 9451 4305,'0'0'1400,"0"0"-486,0 0-211,0 0-287,0 0-130,0 0 114,-23 16 51,-72 55-119,91-68-297,0 0-1,0 0 0,0 1 1,0-1-1,1 1 0,0 0 0,0 0 1,0 0-1,0 0 0,1 1 1,-1-1-1,1 1 0,0-1 1,1 1-1,-1 0 0,0 3-34,-1 5 81,-7 83 290,12-93-376,0 0 1,1-1 0,-1 0 0,0 0 0,1 0 0,0 0 0,0 0 0,-1 0 0,1-1 0,0 1 0,0-1 0,0 0 0,0 1-1,1-2 1,-1 1 0,0 0 0,0-1 0,1 1 0,-1-1 0,0 0 0,1 0 0,-1 0 0,0-1 0,1 1 0,-1-1 0,0 0-1,0 0 1,0 0 0,0 0 0,0 0 0,0-1 0,0 1 0,0-1 0,0 0 0,0-1 4,10-11 12,-2-1-1,0-1 1,-1 0 0,-1 0 0,-1-1 0,0 0-1,-1-1 1,0 1 0,-2-1 0,0-1 0,-1-1-12,4-6-100,12-41-353,-4-2 0,-2 0 0,-3-1 0,-1-36 453,-9 354 1819,1-229-1760,0 0-1,1-1 0,2 1 1,0-1-1,0 0 1,2 0-1,0-1 0,1 0 1,1 0-1,0-1 1,2 0-1,-1-1 1,2 0-1,0 0 0,1-1-58,39 17 126,-48-62 154,-3-16-48,1 29-564,-2-1 0,0 1 0,-1-1 0,0 1 0,-2 0 0,0-1-1,-1 1 1,-3-6 332,7 24 2,-1 0-1,0 0 0,1 0 0,-1 0 1,0 0-1,1 0 0,-1 1 1,0-1-1,1 0 0,-1 0 1,0 0-1,1 1 0,-1-1 0,1 0 1,-1 1-1,0-1 0,1 0 1,-1 1-1,1-1 0,-1 1 1,1-1-1,-1 1 0,1-1 0,0 1 1,-1-1-1,1 1 0,0-1 1,-1 1-1,1 0 0,0-1 1,-1 1-1,1-1 0,0 1 1,0 0-1,0-1 0,0 1 0,0 0 1,0-1-1,0 1 0,0 0 1,0-1-1,0 1 0,0 0 1,0-1-1,0 1 0,1 0 0,-1-1 1,0 1-1,0 0 0,1-1 1,-1 1-1,0-1 0,1 1 1,-1-1-1,1 1 0,-1-1 0,1 1 1,-1-1-1,1 1 0,-1-1 1,1 1-2,-1-1 10,0 22 226,-2-14-181,1-1-1,0 0 0,1 1 1,-1-1-1,1 1 1,1-1-1,0 1 1,0-1-1,0 0 1,1 0-1,0 1 1,0-1-1,1 0 1,0 0-1,0-1 1,0 1-1,1-1 0,0 0 1,0 0-1,1 0 1,0 0-1,0-1 1,0 1-1,1-1 1,0-1-1,0 1 1,2 0-55,-4-2 4,0 0 1,1 0-1,-1-1 0,1 1 1,0-1-1,0 0 1,0-1-1,0 1 1,0-1-1,0 0 1,0 0-1,0-1 0,0 1 1,1-1-1,-1 0 1,0-1-1,0 1 1,0-1-1,0 0 1,1 0-1,-1-1 0,0 0 1,-1 0-1,1 0 1,0 0-1,-1-1 1,1 1-1,-1-1 1,0 0-1,0-1 0,0 1 1,0-1-1,0 1 1,-1-1-1,0 0 1,1-1-1,-2 1 1,1 0-1,1-3-4,1-11-194,0-1-1,-1 1 1,-1-1 0,-1 0 0,0 0-1,-2 1 1,0-1 0,-1-4 194,1-12-233,0 34 400,0 18 465,2-2-526,-1 0 0,2-1 1,0 1-1,1-1 0,0 1 0,1-1 1,0 0-1,2-1 0,-1 1 1,2-1-1,0-1 0,0 1 0,10 9-106,40 2-1256,-41-24-832</inkml:trace>
  <inkml:trace contextRef="#ctx0" brushRef="#br1" timeOffset="175450.35">19842 9430 4713,'0'0'1504,"0"0"-247,0 0 47,0 0-488,0 0-224,0 0-248,0 0-144,-111 159 64,111-132-112,6-6-88,20-4-64,10-8-280,4-9 104,15 0-736,-12-21-848,-4-11-633</inkml:trace>
  <inkml:trace contextRef="#ctx0" brushRef="#br1" timeOffset="175663.639">20032 8991 5193,'0'0'1849,"0"0"-625,0 0 120,0 0-184,-10 171-280,16-109-183,8 9-169,2 2-296,-6 1-168,6-3 0,-9-6-64,-1-12-8,-6-15-432,0-9-512,-3-17-657,-23-9-799,6-3-1625</inkml:trace>
  <inkml:trace contextRef="#ctx0" brushRef="#br1" timeOffset="175834.903">19950 9569 3009,'0'0'1960,"0"0"-136,0 0-239,0 0-249,0 0-304,0 0-456,88-162-272,-52 129-143,0 7-145,7-1-16,-4 7-321,10-10-887,-6 10-832,-11-4-1137</inkml:trace>
  <inkml:trace contextRef="#ctx0" brushRef="#br1" timeOffset="176069.394">20444 9130 4121,'0'0'2004,"0"0"-447,0 0-384,0 0-426,0 0-199,0 0-209,-27 20-131,-81 66-93,105-84-112,0 0 1,0 0-1,1 1 1,-1-1-1,1 1 1,-1-1-1,1 1 1,0 0-1,0 0 1,0 0-1,0 0 1,1 0-1,-1 0 1,1 0 0,0 1-1,0-1 1,0 0-1,0 1 1,1-1-1,-1 1 1,1-1-1,0 1 1,0 1-4,0 7 12,18 130 632,9 20 503,-27-159-1217,0 1 0,-1-1 1,0 1-1,0-1 0,0 1 0,0-1 0,-1 0 0,1 1 1,-1-1-1,0 0 0,0 0 0,0 0 0,0 0 0,0-1 1,-1 1-1,1 0 0,-1-1 0,0 0 0,0 0 0,0 0 1,0 0-1,0 0 0,0 0 0,0-1 0,0 1 0,-1-1 1,1 0-1,-1 0 0,1-1 0,-1 1 0,1-1 0,-1 1 1,0-1 69,-26 6-5143</inkml:trace>
  <inkml:trace contextRef="#ctx0" brushRef="#br1" timeOffset="177221.053">17698 9916 520,'0'0'1170,"0"0"-306,0 0-256,0 0 88,0 0 224,0 0 170,-9-24 17,-23-74-16,17 52 1583,15 60-2593,15 192 764,-3-161-684,2 0-1,1-1 0,3 0 1,1-1-1,3-2 0,1 0 1,2-1-1,1-1 0,11 9-160,-20-35 12,0 0 0,2-2-1,-1 0 1,1-1 0,1 0-1,0-2 1,0 0 0,1-1-1,0-2 1,0 0 0,0-1-1,1-1 1,-1-1 0,1-1-1,-1 0 1,1-2 0,0-1-1,-1-1 1,18-4-12,32-4 23,1-3-1,-2-4 1,0-2 0,-1-3 0,64-33-23,-75 33 19,1123-509 220,-1153 518-266,-1 3-1,2 0 1,-1 1 0,1 2-1,1 1 1,-1 2 0,1 0-1,25 1 28,-39 4 1,-8 1 4,0-1 1,-1 0-1,1 0 0,0 0 0,-1-1 0,1 0 0,-1-1 0,1 0 0,-1 0 0,0 0 0,0-1 0,0 0 0,0-1 0,3-1-5,10-13 2,-1 0-1,0-1 1,-2-1-1,0-1 1,-1 0-1,-1-1 1,-1-1-1,-1 0 1,-2-1 0,0 0-1,-1-1 1,-1 0-1,-2 0 1,0-1-1,-2 0 1,-1 0-1,-1-1 1,-1 1-1,-1-1 1,-3-15-2,-1 37 1,0-1-1,0 1 1,0 0-1,-1 1 1,0-1 0,0 0-1,-1 1 1,1 0-1,-1 0 1,0 0 0,0 1-1,0 0 1,0 0 0,-1 0-1,1 0 1,-1 1-1,0 0 1,0 0 0,0 1-1,0-1 1,0 1 0,0 1-1,0-1 1,0 1-1,0 0 1,0 0 0,0 1-1,-4 0 0,6-1 3,-44-2 81,0 1 1,1 3-1,-1 2 0,-42 8-84,-629 199 993,514-145-655,-168 68 214,217-72-481,-3-8 0,-2-7 1,-20-3-72,-199 15 58,362-59-1754,18 0-2249</inkml:trace>
  <inkml:trace contextRef="#ctx0" brushRef="#br1" timeOffset="178053.806">13389 6502 2905,'0'0'992,"0"0"9,0 0 13,0 0-82,0 0-8,0 0-115,0-21-117,0-64-8,0 84-659,-1 0 1,0 1-1,1-1 1,-1 0 0,1 0-1,-1 0 1,1 0-1,-1 0 1,1 0-1,0 0 1,-1 0-1,1-1 1,0 1 0,0 0-1,0 0 1,0 0-1,0 0 1,0 0-1,0 0 1,0 0 0,1 0-1,-1 0 1,0-1-1,1 1 1,-1 0-1,0 0 1,1 0-1,-1 0 1,1 1 0,0-1-1,-1 0 1,1 0-1,0 0 1,-1 0-1,1 1 1,0-1-1,0 0 1,0 0 0,0 1-1,0-1 1,0 1-1,0-1 1,0 1-1,0-1 1,0 1-1,0 0 1,0 0 0,0-1-1,0 1 1,0 0-1,0 0 1,0 0-1,1 0 1,-1 0-1,0 0 1,0 1-26,2-1 13,0 2-4,1 1 1,-1 0-1,-1 0 0,1 0 0,0 0 0,-1 0 1,1 0-1,-1 1 0,0-1 0,0 1 0,0 0 1,-1-1-1,1 1 0,-1 0 0,0 0 0,0 0 1,0 0-1,-1 2-9,4 6 23,102 301-757,-73-249-852,-8-14-943</inkml:trace>
  <inkml:trace contextRef="#ctx0" brushRef="#br1" timeOffset="178337.849">13890 7112 4121,'0'0'712,"0"0"-216,0 0-32,0 0 72,0 0 16,0 0 17,0 0-129,0 76-224,0-58-88,0 0-48,0 8 0,0-2-64,0 5 88,10-2-104,3 8-224,10 3-600,0 1-633,-7-10-815</inkml:trace>
  <inkml:trace contextRef="#ctx0" brushRef="#br1" timeOffset="178597.886">14286 7651 4265,'0'0'904,"0"0"-512,0 0 24,0 0 288,0 0-263,0 0 63,0 0-88,46 70-264,-36-52-48,6 3-8,-3 8-32,4 1-64,2 2 0,1 6 0,13 12-384,-4-8-889,-2-16-711</inkml:trace>
  <inkml:trace contextRef="#ctx0" brushRef="#br1" timeOffset="178767.661">14784 8169 1680,'0'0'1169,"0"0"-73,0 0-64,0 0-368,0 0-80,0 0-48,0 0-239,105 68-49,-82-56-152,-4-6 16,21 17-112,-14-5-729,-7-3-1143</inkml:trace>
  <inkml:trace contextRef="#ctx0" brushRef="#br1" timeOffset="179035.642">15485 8387 1648,'0'0'1481,"0"0"-617,0 0-336,0 0-176,0 0-160,0 0 16,0 0-8,147 50-72,-114-41-64,12 3-64,-9 3-64,-3-9-1360</inkml:trace>
  <inkml:trace contextRef="#ctx0" brushRef="#br1" timeOffset="179286.831">16215 8670 3737,'0'0'680,"0"0"-56,0 0-128,0 0-128,0 0-112,0 0-120,0 0-64,150 50-16,-111-35-56,-3-9-576,-6 6-1376</inkml:trace>
  <inkml:trace contextRef="#ctx0" brushRef="#br1" timeOffset="179287.831">16932 8994 2673,'0'0'1088,"0"0"-200,0 0-264,0 0-176,0 0-304,0 0-32,0 0-112,124 130-576,-108-115-1344</inkml:trace>
  <inkml:trace contextRef="#ctx0" brushRef="#br1" timeOffset="179535.82">17462 9360 1264,'0'0'1064,"0"0"-287,0 0-377,0 0-256,0 0-136,0 0-8,0 0-96,65 165-816</inkml:trace>
  <inkml:trace contextRef="#ctx0" brushRef="#br1" timeOffset="179784.772">17655 9663 400,'0'0'1136,"0"0"-143,0 0-225,0 0 64,0 0-136,0 0-248,0 0-32,52 44-240,-45-41-128,-7-3-48,0 0-456,0 0-3969</inkml:trace>
  <inkml:trace contextRef="#ctx0" brushRef="#br1" timeOffset="345898.053">1797 4378 1384,'0'0'1039,"0"0"-276,0 0-235,0 0 7,0 0 68,-2-16-7,-9-68 1287,11 83-1474,0 23-27,43 159 871,134 465-723,-162-606-1071,-13-57-2836,-13-12 975</inkml:trace>
  <inkml:trace contextRef="#ctx0" brushRef="#br1" timeOffset="346389.743">1614 4378 3065,'0'0'614,"0"0"-199,0 0-35,0 0 80,0 0-62,4-28-53,16-87 58,-19 111-378,-1 0 0,1 0 0,1 0 0,-1 1 0,1-1 0,-1 0 0,1 1 0,0-1 0,0 1 0,0 0 0,1 0 0,-1 0 0,1 0 0,0 0 0,0 0 0,0 1 0,0-1 0,0 1 0,0 0 0,1 0-1,-1 0 1,1 0 0,0 1 0,1-1-25,4-2 61,4-2-14,-1 1 0,1 0 1,0 1-1,0 1 0,0 0 0,0 1 0,1 0 1,-1 1-1,1 0 0,-1 1 0,1 1 0,-1 0 1,0 1-1,1 0 0,-1 1 0,0 1 0,0 0 1,-1 1-1,1 0 0,-1 1 0,0 0 0,0 1 0,-1 0 1,0 1-1,0 0 0,3 5-47,-9-7 93,-1 0 1,0 1-1,-1 0 1,0 0-1,0 0 1,0 0-1,-1 1 0,0-1 1,0 0-1,-1 1 1,0 0-1,-1-1 0,1 1 1,-1 0-1,-1-1 1,0 8-94,0 7 96,-1-3-65,-1 0-1,-2 0 1,0 0-1,0-1 1,-2 1 0,0-2-1,-1 1 1,-1-1 0,-1 0-1,0-1 1,-1 0-1,-1-1 1,0 0 0,-1-1-1,-1 0 1,0-1-1,-1-1 1,0 0 0,-1-1-1,0 0-30,10-8-176,-1 1-1,1-1 1,0 0-1,-1-1 1,0 0-1,0 0 1,1 0-1,-1-1 1,0 0-1,-1 0 1,1-1-1,0 0 1,0 0-1,0 0 1,-6-2 176,-16-1-2762</inkml:trace>
  <inkml:trace contextRef="#ctx0" brushRef="#br1" timeOffset="346829.664">2229 4127 4977,'0'0'774,"0"0"-361,0 0-194,9 31-19,29 99-50,-37-122-137,0-1 0,1 0-1,0 1 1,0-1 0,1 0-1,-1 0 1,2 0-1,-1 0 1,1-1 0,0 0-1,0 1 1,1-1 0,0-1-1,0 1 1,3 2-13,-5-7 8,-1 0 0,1-1-1,0 1 1,0 0 0,0-1 0,0 1 0,-1-1 0,1 0 0,0 0 0,0 0 0,0-1-1,0 1 1,0-1 0,0 1 0,-1-1 0,1 0 0,0 0 0,-1 0 0,1-1 0,0 1-1,-1-1 1,0 1 0,1-1 0,-1 0 0,0 0 0,0 0 0,0 0 0,0 0-1,0 0 1,0 0 0,-1-1 0,1 1 0,-1-1 0,1 1 0,-1-1 0,0 0 0,0 0-1,0 1 1,-1-1 0,1 0 0,-1 0 0,1 0 0,-1 0 0,0 0 0,0 1 0,0-3-8,78-244 466,-78 250-470,0-1 1,0 1-1,0-1 0,0 1 0,0-1 0,0 1 0,0-1 0,0 1 0,1-1 0,-1 1 0,0-1 1,0 1-1,1-1 0,-1 1 0,0-1 0,1 0 0,-1 1 0,0-1 0,1 0 0,-1 1 1,0-1-1,1 0 0,-1 1 0,1-1 0,-1 0 0,1 0 0,-1 0 0,1 1 0,-1-1 0,1 0 1,-1 0-1,1 0 0,-1 0 0,1 0 0,-1 0 0,1 0 0,-1 0 0,1 0 0,-1 0 0,1 0 1,-1 0-1,1 0 0,-1-1 0,1 1 0,-1 0 0,0 0 0,1 0 0,-1-1 0,1 1 1,-1 0-1,1-1 4,11 312 1047,-13-206-879,1 369 132,0-468-1102,0-9-1325,0-17-1612</inkml:trace>
  <inkml:trace contextRef="#ctx0" brushRef="#br1" timeOffset="347117.787">2920 3290 4993,'0'0'1816,"0"0"-1439,49 151-233,-13-19-136,10 42 64,3 35 88,-3 3 232,-13-35-208,-14-50-88,-5-42 16,-11-14-64,0 0 24,-3-1-72,0-14-664,-3-23-745,-20-30-1543</inkml:trace>
  <inkml:trace contextRef="#ctx0" brushRef="#br1" timeOffset="347419.932">2665 4192 6881,'0'0'897,"0"0"-753,0 0 8,0 0-72,0 0-64,203 15-8,-121-15-8,6 0-24,-6-30-136,-10-8 144,3-9-328,-3-30-689,-13 9-903,-20 9-224</inkml:trace>
  <inkml:trace contextRef="#ctx0" brushRef="#br1" timeOffset="347714.481">3175 3273 6329,'0'0'810,"7"28"-409,64 220 105,171 394 1506,-172-496-1598,-70-145-419,1 0-1,-1 1 1,1-1 0,0 0 0,0 0 0,0 0 0,0 0 0,0 0 0,0 0 0,0 0 0,0 0 0,0 0 0,0 0 0,0-1 0,1 1 0,-1 0 0,0-1 0,1 1 0,-1-1 0,0 0 0,1 1 0,-1-1 0,0 0 0,1 0 0,-1 0 0,1 0 0,-1 0 0,0 0 0,1 0-1,-1 0 1,1 0 0,-1-1 0,0 1 0,1-1 0,-1 1 0,0-1 0,1 1 0,-1-1 0,0 0 0,0 0 0,0 1 0,0-1 0,0 0 0,0 0 0,0 0 0,0 0 0,0 0 0,0-1 0,0 0 5,31-65 45,-31 66-42,22-70 225,60-133-101,-82 203-139,-1 0 0,1-1 0,0 1 0,-1 0 1,1-1-1,0 1 0,0 0 0,-1-1 1,1 1-1,0 0 0,0 0 0,1 0 0,-1 0 1,0 0-1,0 0 0,0 0 0,1 1 0,-1-1 1,0 0-1,1 1 0,-1-1 0,1 1 1,-1-1-1,0 1 0,1 0 0,-1-1 0,1 1 1,-1 0-1,1 0 0,-1 0 0,1 0 0,-1 0 1,1 1-1,-1-1 0,1 0 0,-1 1 1,1-1-1,-1 1 0,0-1 0,1 1 0,-1 0 1,0 0-1,1-1 0,-1 1 0,0 0 1,0 0-1,0 0 0,0 0 0,0 1 0,0-1 1,0 0-1,0 0 0,0 1 0,-1-1 0,1 1 12,5 22 63,-1 1-1,-1 0 1,-1 0-1,-1 0 0,-1 0 1,-2 0-1,-1 3-62,1 25 20,1 149-2425,-3-168 55</inkml:trace>
  <inkml:trace contextRef="#ctx0" brushRef="#br1" timeOffset="348098.58">3955 3971 4649,'0'0'818,"0"0"-229,0 0-112,0 0-43,0 0 145,0 0-37,-7 26-62,-22 87 49,22-16 141,8-89-672,1-1 0,0 0 0,0 1 0,0-1 0,1 0 0,0 0 0,1 0 0,-1-1 0,1 1 0,1-1 0,-1 0 0,1 0 0,0 0 0,1-1 0,-1 1 0,1-2 0,0 1 0,0 0 0,0-1 0,1 0 0,0-1 0,-1 1 0,1-1 0,1-1 0,-1 1 0,0-1 0,1-1 0,-1 1 0,1-1 0,-1 0 0,1-1 0,-1 0 0,1 0 0,-1 0 0,1-1 0,0-1 0,-1 1 0,0-1 0,1 0 0,-1-1 0,0 0 0,0 0 0,0 0 0,-1-1 0,1 0 0,-1 0 0,0-1 0,2-1 2,4-7 47,-1 0 0,0-1 0,-1-1-1,0 0 1,-1 0 0,-1-1 0,0 0-1,-1 0 1,-1-1 0,0 1 0,-2-1-1,0-1 1,0 1 0,-2-1 0,0 1-1,-1-1 1,-1-5-47,0 21 4,0 0 0,1-1 0,-1 1 1,0 0-1,0 0 0,-1-1 0,1 1 0,0 0 0,-1 0 0,1-1 0,-1 1 0,0 0 0,0 0 0,1 0 0,-2 0 0,1 0 0,0 0 0,0 0 1,-1 0-1,1 1 0,0-1 0,-1 0 0,0 1 0,1-1 0,-1 1 0,0 0 0,0-1 0,0 1 0,0 0 0,0 0 0,0 0 0,0 1 0,0-1 1,-1 0-1,1 1 0,0-1 0,0 1 0,-1 0 0,1 0 0,-1 0-4,-4-1-32,-1 0-1,1 0 1,-1 1 0,0 0 0,1 1-1,-1 0 1,1 0 0,-1 0-1,1 1 1,0 0 0,-1 1 0,1-1-1,0 1 1,0 1 0,1-1 0,-1 1-1,1 1 1,0-1 0,0 1-1,-5 5 33,-21 18-1572,8-9-766</inkml:trace>
  <inkml:trace contextRef="#ctx0" brushRef="#br1" timeOffset="348631.203">4344 3865 168,'0'0'3610,"0"0"-2299,0 0-789,0 0-1,0 0-122,0 0-29,0-7 20,1 7-372,-1 0-1,1 0 1,-1 0-1,0 0 1,1 0 0,-1 0-1,1 0 1,-1 0 0,1 0-1,-1 0 1,0 0 0,1 0-1,-1 0 1,1 0-1,-1-1 1,1 1 0,-1 0-1,0 0 1,1 0 0,-1-1-1,0 1 1,1 0 0,-1-1-1,0 1 1,1 0 0,-1-1-1,0 1 1,0 0-1,1-1 1,-1 1 0,0 0-1,0-1 1,0 1 0,1-1-1,-1 1 1,0-1 0,0 1-1,0 0 1,0-1-1,0 1 1,0-1 0,0 1-1,0-1 1,0 1 0,0-1-1,0 1 1,0 0 0,0-1-1,-1 1-17,27 54 1117,-23-47-1034,110 295 1274,-111-297-1359,-2 0 4,1-1 0,0 0 0,0 0 0,1 0 0,-1 0 0,1 0 0,0 0 0,0 0 0,0 0 0,1-1 0,-1 1 0,1-1 1,0 1-1,0-1 0,0 0 0,0-1 0,1 1 0,-1 0 0,1-1 0,0 0 0,1 1-2,24-58-188,-2-86 414,35-106-391,-19 183 69,-41 62 90,-1 1-1,0 0 0,0-1 1,1 1-1,-1 0 1,1 0-1,-1 0 1,1 0-1,-1 0 1,1 0-1,0 1 1,-1-1-1,1 1 1,0-1-1,0 1 1,-1-1-1,1 1 1,0 0-1,0 0 1,-1 0-1,1 0 1,0 0-1,0 0 1,0 1-1,-1-1 1,1 0-1,0 1 1,0-1-1,-1 1 1,1 0-1,0 0 1,-1 0-1,1 0 1,-1 0-1,1 0 1,-1 0-1,0 0 1,1 0-1,-1 1 1,0-1-1,0 0 1,1 2 6,10 18 81,0 0-1,-2 1 1,-1 1-1,0 0 1,-2 0 0,0 0-1,-2 1 1,0 0 0,-2 2-81,-1-16 13,31 330-1943,-33-304-2311</inkml:trace>
  <inkml:trace contextRef="#ctx0" brushRef="#br1" timeOffset="349782.558">5163 3759 5393,'0'0'758,"0"0"-469,0 0-125,0 0 88,0 0-46,21-15-132,69-54 58,-79 59-69,-2 0-1,0 0 1,0-1-1,-1 0 1,0 0-1,-1-1 1,0 0-1,-1-1 1,0 1 0,-1-1-1,0 0 1,-2-1-1,1-2-62,3-4 103,-5 12-33,-3 8-61,1-1 0,-1 0 0,1 1 0,0-1 1,0 0-1,-1 0 0,1 1 0,0-1 0,0 0 1,0 0-1,0 1 0,0-1 0,0 0 0,0 0 1,0 0-1,0 1 0,0-1 0,0 0 0,0 0 1,1 1-1,-1-1 0,0 0 0,0 0 0,1 1 0,-1-1 1,1 0-1,-1 1 0,1-1 0,-1 1 0,1-1 1,-1 0-1,1 1 0,-1-1 0,1 1 0,0 0 1,-1-1-1,1 1 0,0-1 0,-1 1 0,1 0 1,0 0-1,-1-1 0,1 1 0,0 0 0,0 0 1,-1 0-1,1 0 0,0 0 0,0 0 0,0 0 1,-1 0-1,1 0 0,0 0 0,0 0 0,-1 0 1,1 1-1,0-1 0,0 0 0,-1 0 0,1 1 0,0-1 1,-1 1-1,1-1 0,0 1 0,0-1-9,65 159 847,-52-113-636,136 502 905,-134-492-1208,-15-52-665,-6-5-2016,-17-4-3894</inkml:trace>
  <inkml:trace contextRef="#ctx0" brushRef="#br1" timeOffset="353390.451">5834 3620 5545,'0'0'691,"0"0"-356,0 0-159,0 0-86,0 0-52,24-30 32,79-99 47,143-182 1076,-150 215-1077,3 4 0,5 4 0,33-18-116,-83 67 76,699-477 175,-592 427-158,171-67-93,24-12 59,-313 144-58,0 3 1,2 1-1,0 3 0,1 1 1,0 3-1,2 1 0,-1 3 1,1 1-1,26 1-1,433 6 231,-371 7-189,-1 6 0,71 18-42,19 11 295,-2 9 0,-2 9 0,164 71-295,141 116 938,-13-109-760,-453-120-170,-1 3 0,-1 2 0,0 3 0,-2 2 0,-1 3 0,-1 2 0,1 4-8,30 23 5,-3 4 15,4-5-1,1-3 0,3-4 0,3-5 0,1-3 0,62 18-19,256 46 8,-275-45-30,-97-41 4,1-2 0,0-1 0,1-3 0,1-1 0,25 3 18,335 57 108,-402-74-107,48 6 20,-1 2 0,0 1 0,-1 3-1,0 2 1,-1 2 0,0 2 0,-2 2 0,0 1 0,20 16-21,198 115 118,-142-92-77,-3 7 1,33 28-42,-88-55 12,192 78 7,-133-19 19,-107-86-20,-14-13 16,0 0 0,0 0 48,0 0 41,0 0 13,0 0 13,0 0 19,-2 0-40,-67-40 98,-284-218 395,354 258-616,-1 0-1,1 0 0,-1 0 1,0-1-1,1 1 0,-1 0 1,0-1-1,1 1 0,-1 0 1,0 0-1,1-1 0,-1 1 1,0-1-1,0 1 0,1 0 1,-1-1-1,0 1 0,0-1 1,0 1-1,0 0 0,1-1 1,-1 1-1,0-1 0,0 1 1,0-1-1,0 1 0,0-1 1,0 1-1,0-1 0,0 1 1,0 0-1,-1-1 1,1 1-1,0-1 0,0 1 1,0-1-1,0 1 0,-1 0 1,1-1-1,0 1 0,0-1 1,-1 1-1,1 0 0,0-1 1,-1 1-1,1 0 0,0 0 1,-1-1-1,1 1 0,0 0 1,-1 0-1,1-1 0,-1 1 1,1 0-1,0 0 0,-1 0 1,1 0-1,-1 0 0,1-1 1,-1 1-1,1 0 0,-1 0 1,1 0-1,-1 0 0,1 0-4,41-1-143,-30 1 214,-7 0-66,30-1 5,0 2 0,0 0 1,-1 3-1,1 0 0,-1 3 0,23 6-10,-56-13 9,1 0 0,0 0 0,0 0 0,0 0-1,-1 1 1,1-1 0,0 0 0,0 0 0,0 0-1,-1 1 1,1-1 0,0 0 0,-1 1 0,1-1-1,0 1 1,-1-1 0,1 1 0,0-1 0,-1 1-1,1-1 1,-1 1 0,1 0 0,-1-1 0,1 1-1,-1 0 1,0-1 0,1 1 0,-1 0 0,0 0-1,1-1 1,-1 1 0,0 0 0,0 0 0,0 0-1,0-1 1,0 1 0,0 0 0,0 0 0,0 0-1,0-1 1,0 1 0,0 0 0,0 0 0,-1 0-1,1-1 1,0 1 0,0 0 0,-1-1 0,1 1-1,-1 0 1,1 0 0,-1-1 0,1 1 0,-1-1-1,1 1 1,-1 0 0,1-1 0,-1 1 0,0-1-1,1 0 1,-1 1 0,0-1 0,1 1 0,-1-1-1,0 0 1,0 0 0,0 1 0,1-1 0,-1 0 0,-1 0-10,-151 105 275,-168 124 155,320-228-522,1-1 0,-1 1 0,1-1-1,-1 1 1,1-1 0,-1 1 0,1-1 0,-1 0-1,0 1 1,1-1 0,-1 0 0,1 1-1,-1-1 1,0 0 0,0 0 0,1 1 0,-1-1-1,0 0 1,1 0 0,-1 0 0,0 0 0,1 0-1,-1 0 1,0 0 0,0 0 0,1 0-1,-1-1 1,0 1 0,1 0 0,-1 0 0,0-1-1,1 1 1,-1 0 0,0-1 0,1 1-1,-1-1 1,1 1 0,-1 0 0,1-1 0,-1 1-1,1-1 1,-1 0 0,1 1 0,-1-1 0,1 1-1,0-1 1,-1 0 0,1 1 0,0-1 93,-12-21-6259</inkml:trace>
  <inkml:trace contextRef="#ctx0" brushRef="#br1" timeOffset="354551.089">1604 7064 1176,'0'0'944,"0"0"-301,0 0-16,-4-30-59,-14-102-134,7-59 2045,11 191-2369,67 161 1898,258 557-908,-307-653-949,-18-63 33,-23-48 44,-31-58-15,4-3-1,5-2 0,-18-74-212,55 145 0,1 0 0,2 0-1,2 0 1,1 0 0,4-36 0,-3 66-8,2 0 0,-1 1 1,1-1-1,0 1 0,1 0 0,-1-1 1,2 1-1,-1 0 0,1 0 0,0 0 1,0 0-1,1 1 0,0-1 1,0 1-1,1 0 0,-1 0 0,1 0 1,1 1-1,-1 0 0,1 0 0,0 0 1,0 1-1,0 0 0,1 0 1,-1 0-1,1 1 0,0 0 0,0 0 1,0 1-1,0 0 0,1 0 0,-1 0 1,0 1-1,6 0 8,-7 1 7,-2-2 0,1 1 0,-1 0 0,1 0 1,0 0-1,0 0 0,0 1 0,-1-1 1,1 1-1,0 0 0,0 1 0,0-1 1,-1 1-1,1 0 0,0 0 0,-1 1 1,1 0-1,-1-1 0,1 1 0,-1 1 1,0-1-1,0 1 0,0-1 0,0 1 1,0 0-1,0 1 0,-1-1 0,0 0 1,0 1-1,0 0 0,0 0 0,0 0 0,-1 0 1,1 0-1,-1 1 0,-1-1 0,1 1 1,0 0-8,-2 9 87,0-1 1,-1 0-1,-1 1 1,0-1-1,-1 0 1,0 0 0,-1 0-1,0-1 1,-1 1-1,-1-1 1,0 0-1,0-1 1,-1 1-1,-6 5-87,3 1 8,-2 0-1,0-1 0,-1-1 0,0 0 0,-1 0 0,-1-2 1,-1 1-1,-8 4-7,23-18-95,0 0 0,-1 0 0,1 0 1,-1 0-1,1 0 0,0 0 0,-1-1 0,1 1 1,-1 0-1,0-1 0,1 1 0,-1-1 0,1 0 1,-1 0-1,0 1 0,1-1 0,-1 0 1,0-1-1,1 1 0,-1 0 0,0 0 0,1-1 1,-1 1-1,1 0 0,-1-1 0,1 0 1,-1 1-1,1-1 0,-1 0 0,1 0 0,-1 0 1,1 0-1,0 0 0,0 0 0,0 0 0,-1 0 1,1-1-1,0 1 0,0 0 0,1-1 1,-2-1 94,-12-22-5584</inkml:trace>
  <inkml:trace contextRef="#ctx0" brushRef="#br1" timeOffset="354968.545">2203 6714 3297,'0'0'749,"0"0"-281,0 0 19,0 0 120,0 0 60,0 0 37,14 15-32,81 109 274,-89-115-895,109 148 398,-111-151-440,2-1 0,-1 1-1,0-1 1,1-1-1,0 1 1,0-1 0,1 0-1,-1-1 1,1 1-1,-1-1 1,1-1-1,0 1 1,0-1 0,1 0-1,-1-1 1,0 0-1,1 0 1,-1 0-1,0-1 1,1 0 0,-1 0-1,1-1 1,-1 0-1,5-2-8,37-53 102,-49 55-101,7-18 46,0-1 0,-2 0 0,0-1 0,-2 1 0,0-1 0,-1 1-1,-1-1 1,-1 0 0,-2-5-47,2 12 49,-9 55 412,-1 347-50,10-327-396,3 1 1,3-1-1,2 0 1,3-1-1,3 0 1,2 0-1,11 21-15,-25-77-9,1 6-86,0-1 0,0 0 0,1 0 0,1 0 0,-1 0 0,1 0 0,1-1 0,-1 0 0,2 0 0,-1-1 0,1 0 0,0 0 0,0 0 0,3 1 95,-8-8-116,-1 1 0,0-1 0,1 0 0,-1 1 0,0-1 0,0 0 0,1 0 0,-1 0 0,0 0-1,1 0 1,-1 0 0,0 0 0,1-1 0,-1 1 0,0 0 0,0-1 0,1 1 0,-1-1 0,0 1 0,0-1 0,0 0 0,0 0 0,0 1 0,0-1 0,0 0 0,0 0-1,0 0 1,0 0 0,0 0 0,0 0 0,-1 0 0,1 0 0,0 0 0,-1-1 0,1 1 0,-1 0 0,1 0 0,-1-1 0,0 0 116,9-36-4968</inkml:trace>
  <inkml:trace contextRef="#ctx0" brushRef="#br1" timeOffset="356286.183">2796 6192 7506,'0'0'746,"0"0"-403,30 33-223,197 225 12,-186-196-86,-3 3 0,-3 1-1,-2 1 1,-4 2 0,-2 1-1,-4 2 1,-2 0 0,0 22-46,-3 74 69,-18-167-65,0 0 0,-1 0 1,1 1-1,-1-1 0,1 0 0,-1 0 1,0 0-1,1 0 0,-1 0 0,0 0 0,0 0 1,0 0-1,1-1 0,-1 1 0,0 0 0,0 0 1,0-1-1,0 1 0,0 0 0,-1-1 1,1 1-1,0-1 0,0 0 0,0 1 0,0-1 1,-1 0-1,1 1 0,0-1 0,0 0 1,0 0-1,-1 0 0,1 0 0,0-1 0,0 1 1,-1 0-1,1 0 0,0-1 0,0 1 1,0-1-1,0 1 0,0-1 0,-1 1 0,1-1 1,0 1-1,0-1 0,0 0 0,1 0 0,-1 0 1,0 0-5,-18-11-55,1-1-1,0-1 1,1-1 0,1 0 0,0-1 0,1-1 0,1-1 0,-4-6 55,12 16-38,-4-4-37,-6-5 21,1-1-1,1 0 1,1-1-1,0-1 1,2 0 0,0-1-1,1 0 1,1 0 0,1-1-1,1 0 55,7 19 8,0 1 0,0-1 0,0 1 0,1-1 0,-1 1 0,1-1 0,-1 1 0,1 0 0,0-1 0,0 1 0,0 0 0,0-1 0,0 1 0,0 0 0,1 0 0,-1 0 0,1 0 0,0 0 0,-1 1 0,1-1 0,0 0 0,0 1 0,0-1-1,0 1 1,0 0 0,1 0 0,-1-1 0,0 2 0,0-1 0,1 0 0,-1 0 0,1 1 0,-1-1 0,1 1 0,-1 0 0,1 0 0,-1 0 0,1 0 0,-1 0 0,1 0 0,-1 1 0,0-1 0,1 1 0,-1 0 0,1 0-8,27-3 71,15-4-7,1-1 0,-1-2 1,0-2-1,0-2 1,2-4-65,-31 11-4,0-2 0,-1 1 0,0-2 0,-1 0 0,0 0 1,0-2-1,-1 1 0,0-2 0,-1 0 0,0 0 0,-1-1 0,-1-1 0,0 0 0,0 0 1,3-9 3,-5 5 31,-1 0-1,0 0 1,-2-1 0,0 0 0,-1 0 0,-1-1 0,-1 1 0,0-1 0,-2 1 0,0-1-1,-1 1 1,-2-12-31,1 23 3,-1-1 0,1 1 0,-2 0-1,1 1 1,-1-1 0,0 0 0,0 1-1,-1 0 1,0 0 0,0 0 0,-1 1-1,0 0 1,0 0 0,0 0 0,-1 1-1,0 0 1,0 0 0,0 0 0,0 1-1,-1 0 1,0 1 0,0 0 0,0 0-1,0 0 1,0 1 0,-1 1 0,1-1-1,0 1 1,-1 1 0,0 0 0,1 0-1,-2 0-2,6 4 7,0-1-1,0 1 0,0-1 0,1 1 1,-1 0-1,1 1 0,0-1 1,0 0-1,0 1 0,1 0 0,0 0 1,0 0-1,0 0 0,0 0 1,1 0-1,0 0 0,0 0 0,0 0 1,1 1-1,-1-1 0,1 0 0,1 1 1,-1-1-1,1 0 0,0 1 1,0-1-1,1 1-6,-2 11 26,4 18 50,1 0-1,1 0 0,3-1 0,0 0 0,3 0 0,0-1 0,2 0 0,2-1 0,15 23-75,8 23 114,97 246 393,-136-323-509,0-1-1,0 1 1,0-1 0,0 1 0,0 0 0,0-1 0,0 1 0,0-1-1,0 1 1,0-1 0,0 1 0,0 0 0,0-1 0,0 1 0,1-1 0,-1 1-1,0-1 1,0 1 0,1-1 0,-1 1 0,0-1 0,1 1 0,-1-1-1,0 1 1,1-1 0,-1 1 0,1-1 0,-1 0 0,1 1 0,-1-1-1,1 0 1,-1 1 0,1-1 0,-1 0 0,1 0 0,-1 1 0,1-1-1,-1 0 1,1 0 0,0 0 0,-1 0 0,1 0 0,-1 0 0,1 0 0,-1 0-1,1 0 1,0 0 0,-1 0 0,1 0 0,-1-1 0,1 1 0,-1 0-1,1 0 1,0 0 0,-1-1 0,1 1 0,-1 0 0,0-1 0,1 1-1,-1-1 1,1 1 0,-1 0 0,1-1 0,-1 1 0,0-1 0,1 1 0,-1-1 2,12-37-118,-11 37 139,51-299-159,-52 296 124,0 0-1,1 1 0,0-1 1,0 0-1,0 1 0,0-1 1,0 0-1,0 1 1,1-1-1,0 1 0,0 0 1,0 0-1,0-1 0,0 1 1,1 1-1,-1-1 1,1 0-1,0 1 0,0-1 1,0 1-1,0 0 0,0 0 1,1 0-1,-1 0 0,0 0 1,1 1-1,0 0 1,-1-1-1,1 2 0,0-1 1,-1 0-1,1 1 0,0-1 1,0 1-1,0 0 0,-1 0 1,4 1 14,4 2 31,-1 1 1,0 0 0,0 1-1,0 0 1,0 1-1,-1 0 1,0 0-1,-1 1 1,1 0 0,-1 0-1,0 1 1,-1 0-1,0 0 1,3 5-32,22 22 73,-20-21-59,0-1 1,1 0 0,0 0-1,1-1 1,1-1 0,-1-1-1,2 0 1,0 0 0,0-2-1,0 0 1,1-1 0,0 0-1,0-2 1,1 0 0,12 1-15,-26-5-6,0 0 1,0 0 0,0 0-1,0-1 1,0 0-1,0 0 1,1 0 0,-1-1-1,0 1 1,0-1 0,0 0-1,0 0 1,0 0-1,0-1 1,0 1 0,-1-1-1,1 0 1,0 0 0,-1 0-1,1-1 1,-1 1-1,0-1 1,0 0 0,0 0-1,0 0 1,-1 0 0,1 0-1,-1-1 1,0 1 0,1-1-1,-2 0 1,1 1-1,0-1 1,-1 0 0,0 0-1,1-4 6,3-93 234,-5 98-237,-1 1 0,1-1 1,-1 0-1,0 0 0,1 1 1,-1-1-1,-1 1 1,1-1-1,0 1 0,-1-1 1,1 1-1,-1 0 0,0 0 1,1 0-1,-1 0 0,0 0 1,0 0-1,-1 0 1,1 0-1,0 1 0,-1-1 1,1 1-1,0 0 0,-1 0 1,0 0-1,1 0 0,-1 0 1,0 0-1,1 1 1,-1-1-1,0 1 3,-90-9 106,78 9-79,7-1-4,0 1 0,0-1 0,0 1 0,0 1 0,0-1 0,0 1 0,0 1 0,0 0 0,0 0 0,0 0 0,0 1 0,1 0 0,0 0 0,-1 1 0,1 0 0,0 1 0,1-1 0,-7 7-23,-6 8 27,18-18-94,13-15-182,3-1 250,2-1 0,0 2 0,0 0 0,1 1 1,1 1-1,0 1 0,1 1 0,0 0 0,0 1 0,1 2 1,0 0-1,0 1 0,1 1 0,0 1 0,0 1 1,0 1-1,10 0-1,-23 3 7,0 0 1,-1 0 0,1 1-1,0 0 1,-1 0-1,1 1 1,-1 0 0,0 0-1,0 1 1,0 0-1,0 1 1,-1 0 0,0 0-1,0 0 1,0 1-1,-1 0 1,1 0 0,-2 1-1,1 0 1,-1 0-1,0 0 1,2 4-8,78 182 708,-82-261-940,-3 41 256,-2 16-17,1-1 1,1 0-1,-1 0 0,2 1 0,0-1 1,0 0-1,1 1 0,1-1 1,0 1-1,0 0 0,1 0 1,1 0-1,0 0 0,0 1 1,1-1-1,2 0-7,-6 9-3,1 0 1,0 1-1,-1 0 1,1-1-1,0 1 1,0 0-1,0 1 1,0-1 0,0 0-1,0 1 1,0 0-1,0-1 1,1 1-1,-1 0 1,0 1-1,0-1 1,0 1-1,0-1 1,0 1-1,0 0 1,0 0-1,0 0 1,0 0-1,-1 1 1,1-1-1,0 1 1,-1 0-1,1 0 1,-1 0-1,0 0 1,1 0-1,-1 0 1,0 0-1,0 1 1,0-1-1,-1 1 1,1 0-1,-1 0 1,1-1-1,-1 1 1,0 0-1,0 0 1,0 0 0,0 2 2,46 189 393,-30-98-421,-2-65-2103,-11-30-1361</inkml:trace>
  <inkml:trace contextRef="#ctx0" brushRef="#br1" timeOffset="356683.108">5061 6661 2929,'0'0'918,"0"0"-472,0 0-85,0 0-6,0 0 92,0 0 66,5-10 45,50-183 1269,-55 188-1808,1 0 0,0 0 0,-1 0 1,2 0-1,-1 0 0,0 0 0,1 1 0,0-1 0,0 1 1,1-1-1,-1 1 0,1 0 0,0 0 0,0 0 0,0 0 1,0 0-1,1 1 0,0-1 0,0 1 0,0 0 1,0 0-1,0 1 0,0-1 0,1 1 0,-1 0 0,1 0 1,0 0-1,-1 1 0,1 0 0,0 0 0,0 0 1,0 0-1,0 1 0,4 0-19,-1 4 91,-1 1 1,0 0-1,0 1 1,0 0-1,0 0 0,-1 0 1,0 1-1,0 0 1,-1 0-1,0 1 0,0-1 1,-1 1-1,0 0 1,0 0-1,-1 1 1,0-1-1,-1 1 0,1-1 1,-2 1-1,1 0 1,-1 0-1,0 1-91,6 42 204,-2 1 0,-2-1 0,-3 1 0,-2 16-204,-2-33 93,-1-1 0,-2 0 1,-1-1-1,-2 0 0,-1 0 0,-2-1 0,-16 30-93,-6 21 190,34-81-194,1-1 0,-1 1 0,1-1 1,0 1-1,0-1 0,0 1 0,0-1 1,0 1-1,0-1 0,1 1 0,-1-1 1,1 1-1,0-1 0,0 0 0,0 1 1,0-1-1,0 0 0,0 0 0,1 0 1,-1 0-1,1 0 0,-1 0 0,1 0 1,0 0-1,0 0 0,-1-1 0,1 1 1,1-1-1,-1 0 0,0 1 0,0-1 1,0 0-1,1 0 0,-1 0 0,0-1 1,1 1-1,-1 0 0,1-1 0,-1 0 1,1 1-1,-1-1 0,1 0 0,-1 0 0,1-1 1,-1 1-1,1-1 4,12 5 14,60 9-561,0-3 1,1-3-1,0-4 0,35-4 547,-87 1-726,15 0-2860</inkml:trace>
  <inkml:trace contextRef="#ctx0" brushRef="#br1" timeOffset="358372.81">5889 7041 6801,'0'0'721,"0"0"-487,0 0-19,0 0 8,0 0-111,15-27-59,48-89 88,13-26 457,-38 66-178,4 2-1,3 1 1,32-35-420,-3 15 136,4 3 0,5 4 1,2 4-1,5 3 0,48-30-136,35-14 70,5 8-1,158-75-69,-193 128 72,3 7 0,82-17-72,33-12 91,-200 62-121,1 2 1,0 3-1,1 3 1,1 3-1,0 2 0,26 2 30,332 7 280,-356 8-216,1 2-1,-1 4 0,-1 2 0,-1 3 0,0 3 0,-2 3 0,0 2 0,4 6-63,162 64 113,239 70 102,-258-93-278,16 41 167,-189-96-118,1-1 1,1-2-1,1-2 0,0-1 1,28 5 13,36 11 23,74 61 79,-151-81 81,-26-9-160,0 0 1,0 0 0,-1 0-1,1-1 1,0 1 0,-1 0-1,1 0 1,0-1 0,0 1-1,0 0 1,-1 0 0,1-1-1,0 1 1,0 0 0,0 0-1,0-1 1,-1 1 0,1 0-1,0-1 1,0 1 0,0 0-1,0-1 1,0 1 0,0 0-1,0-1 1,0 1 0,0 0-1,0-1 1,0 1 0,0 0 0,0-1-1,0 1 1,1 0 0,-1-1-1,0 1 1,0 0 0,0 0-1,0-1 1,0 1 0,1 0-1,-1-1 1,0 1 0,1 0-24,-195-87 528,-28-9-259,469 209-549,-33-39 400,-210-69-99,-1-1-1,-1 1 1,1-1 0,-1 1-1,1 0 1,-1 0 0,-1 0-1,1 0 1,-1 0 0,0 1-1,0-1 1,0 0 0,-1 1-1,0-1 1,0 0-1,0 1 1,-1-1 0,0 0-1,0 1 1,0-1 0,0 0-1,-1 0 1,0 0 0,0 0-1,0 0 1,-1 0 0,0-1-1,0 1 1,0-1 0,0 0-1,-2 2-20,-11 18-28,-6 12-175,0-2-1,-3 0 1,0-2-1,-2 0 1,-2-2-1,-1-1 1,-1-2 0,-1-1-1,-11 6 204,6-15-2662</inkml:trace>
  <inkml:trace contextRef="#ctx0" brushRef="#br1" timeOffset="359641.822">2170 9480 4105,'0'0'719,"0"0"-198,0 0 78,0 0 26,0 0-170,-1-5-211,5-10 124,22 39 150,43 61 312,-4 2 0,-4 4 0,29 59-830,-81-136 30,55 91 67,-4 2-1,-5 3 1,-5 2-1,-5 2 1,-5 2-1,-4 5-96,-25-58 99,-19-64 106,-142-144-80,73 62-93,3-3-1,5-3 0,-57-95-31,114 162-28,1 0 0,1 0-1,1-1 1,0-1 0,2 1 0,1-1 0,1 0 0,1-1 0,1 1 0,2-1-1,0-12 29,0 31 2,1-1-1,0 1 1,1-1-1,0 0 1,-1 1-1,2 0 1,-1-1-1,1 1 1,0 0-1,0 0 1,1 0-1,0 0 1,0 0-1,0 0 1,1 1-1,0 0 1,0-1-1,0 2 1,1-1-1,-1 0 1,1 1-1,0 0 1,1 0-1,1-1-1,12-4 2,0 0-1,1 1 0,0 1 0,0 1 0,0 1 0,1 1 0,0 0 0,0 2 1,0 0-1,0 2 0,0 0 0,0 1 0,10 3-1,-22-4 12,-5 0 18,0 1 1,-1-1-1,1 1 0,0-1 1,0 1-1,0 0 0,-1 1 0,1-1 1,-1 1-1,1-1 0,-1 1 0,1 0 1,-1 1-1,0-1 0,0 0 1,0 1-1,0 0 0,-1-1 0,1 1 1,-1 0-1,1 1 0,-1-1 1,0 0-1,0 1 0,-1-1 0,1 1 1,-1-1-1,0 1 0,0 0 1,0 0-1,0-1 0,0 1 0,-1 0 1,0 0-1,0 0 0,0 0 0,0 0 1,-1-1-1,1 1 0,-1 0 1,0 0-1,0 0 0,0-1 0,-1 1-30,-3 10 17,0-1-1,-1 1 0,-1-2 0,0 1 0,0-1 0,-1 0 0,-1 0 0,0-1 0,-1 0 0,0-1 1,-1 0-1,1-1 0,-8 5-16,-48 7-3501,47-21-292</inkml:trace>
  <inkml:trace contextRef="#ctx0" brushRef="#br1" timeOffset="360354.08">2904 9522 3097,'0'0'1035,"0"0"-417,0 0-82,0 0 205,0 0-104,0 0-211,8-1-136,27-1-128,-32 3-117,1 1 1,-1-1 0,1 1-1,-1 0 1,0 0 0,1 0 0,-1 0-1,0 0 1,-1 1 0,1 0-1,0-1 1,-1 1 0,1 0-1,-1 0 1,0 0 0,0 1 0,0-1-1,-1 0 1,1 1 0,-1-1-1,1 1 1,-1 0 0,0-1-1,-1 1 1,1 0 0,-1 2-46,31 200 1352,-21-209-1265,71-341 250,-80 342-342,0 1 0,1 0 0,-1 0 0,0 0 0,1-1 1,-1 1-1,1 1 0,-1-1 0,1 0 0,-1 0 0,1 0 0,-1 1 0,1-1 0,0 1 0,-1-1 0,1 1 0,0 0 0,0 0 0,-1 0 0,1 0 0,0 0 0,0 0 0,-1 0 0,1 0 0,0 1 0,0-1 1,-1 1-1,1-1 0,0 1 0,-1 0 0,1-1 0,-1 1 0,1 0 0,-1 0 0,1 0 0,-1 0 0,0 0 0,0 1 0,1-1 0,-1 0 0,0 1 0,0-1 0,0 1 0,0-1 0,0 1 0,-1-1 0,1 1 1,0 0-1,-1 1 5,61 70 188,2-2 0,3-4 1,43 33-189,-101-93 6,0-1 0,0 0 1,1 0-1,0-1 0,0 0 0,0-1 1,0 0-1,1 0 0,0-1 0,0 0 0,0 0 1,0-2-1,0 1 0,0-1 0,5 0-6,-11-4-7,-1 0 0,1-1 0,-1 1 0,0-1 0,-1 0 0,1 1 0,-1-1 0,1 0-1,-1 0 1,0-1 0,-1 1 0,1 0 0,-1-1 0,0 1 0,0-1 0,0 1 0,0-1 0,-1 0-1,0 1 1,0-1 0,0 0 0,0 1 0,-1-1 0,0 0 7,1 2 4,-3-180 96,3 183-104,0 0 0,-1 1 0,1-1 0,0 0 0,0 1 0,-1-1 0,1 0 0,0 0 0,-1 1 0,1-1 0,0 0 0,-1 0 0,1 0 0,-1 0 0,1 1 0,0-1 1,-1 0-1,1 0 0,-1 0 0,1 0 0,-1 0 0,1 0 0,0 0 0,-1 0 0,1 0 0,-1 0 4,3 192 258,1 4 199,-8 0-1,-18 86-456,-16 198-1374,42-655-2548,-3 69-73</inkml:trace>
  <inkml:trace contextRef="#ctx0" brushRef="#br1" timeOffset="361377.712">3637 8838 7522,'0'0'944,"0"0"-688,0 0-224,19 26 48,121 198 437,-80-113-262,-5 2 0,-5 3 0,-5 2 1,13 66-256,-40-27 593,-19-153-581,0-1 1,-1 0-1,0 1 1,0-1-1,0 0 1,0 0-1,0 0 1,-1-1-1,1 1 0,-1 0 1,1-1-1,-1 0 1,0 1-1,0-1 1,0-1-1,-1 1 1,1 0-1,0-1 0,-1 1 1,1-1-1,-1 0 1,1 0-1,-1 0 1,1-1-1,-1 1 1,0-1-1,1 0 1,-1 0-1,0 0 0,1-1 1,-1 1-1,1-1 1,-1 0-1,0 0 1,1 0-1,0 0 1,-1-1-1,1 1 0,-3-3-12,-14-3-71,-1-1 0,2 0 0,-1-2 0,1 0 0,1-2 0,0 0 0,1 0-1,0-2 1,1 0 0,0-1 0,1-1 0,-6-9 71,-17-38-75,63 51 70,-17 12 4,386 15 241,-382-14-267,0-1 0,1-1 0,-1 0 0,0-1 0,0 0 0,1-1 0,-2 0 0,1-1 0,0 0 0,-1-1 0,0 0 0,0-1 0,0 0 0,-1-1 0,0 0 0,0-1 0,0 0 0,-1 0 0,-1-1 0,1 0 0,-2-1 0,1 0 1,0-1 26,4-15 37,-1-1 1,-2 0 0,0 0 0,-2-1-1,-1 0 1,-2 0 0,0-1 0,-2 1 0,-1-1-1,-1 1 1,-1-1 0,-3-2-38,4 18-23,-1-1 0,0 1 0,-1-1 0,0 1 1,-2-1-1,1 1 0,-2 0 0,1 1 0,-2-1 0,0 1 0,0 0 1,-1 0-1,-1 1 0,-3-4 23,9 13-166,3 29 242,1 0 0,1-1-1,1 1 1,2-1-1,0 0 1,9 22-76,155 537 1132,-164-581-1241,-6-5 106,4-59-101,2 0-1,3 1 0,3 0 0,14-39 105,-25 93-8,0-1 1,0 1-1,1 0 0,0-1 0,0 1 0,0 0 0,0 1 0,1-1 0,0 0 0,0 1 0,0-1 0,1 1 0,0 0 0,-1 0 0,1 0 1,1 1-1,-1-1 0,0 1 0,1 0 0,0 0 0,0 1 0,-1-1 0,2 1 0,-1 0 0,0 1 0,0-1 0,0 1 0,1 0 0,-1 0 1,1 1-1,-1-1 0,1 1 0,-1 1 0,1-1 0,-1 1 0,2 0 8,2 5 25,-1 0-1,1 0 1,-1 1-1,-1 0 1,1 1-1,-1 0 1,0 0-1,-1 0 1,0 1-1,0 0 1,-1 1-25,10 12 39,-9-13-38,1 0-1,-1 0 0,2-1 1,-1 0-1,1 0 0,0 0 1,1-1-1,-1-1 1,1 1-1,1-1 0,-1-1 1,1 0-1,0 0 0,0-1 1,1 0-1,-1-1 0,1 0 1,0-1-1,0 0 0,0-1 1,0 0-1,0 0 0,6-1 0,-13-2 6,0 0 0,0-1-1,0 1 1,0-1 0,-1 1-1,1-1 1,-1 0-1,1 0 1,-1-1 0,0 1-1,0-1 1,-1 1 0,1-1-1,-1 0 1,0 0-1,0 0 1,0 0 0,0-1-1,-1 1 1,1 0 0,-1-1-1,0 1 1,-1-1-1,1 1 1,-1-1 0,0 0-1,0 1 1,0-1 0,-1 1-1,0-1 1,0 1-1,0-1 1,0 1 0,0 0-1,-1-1 1,0 1 0,0 0-1,0 0 1,-1 0 0,1 0-1,-1 0-5,-9-2 7,-1-1 0,1 2 0,-1 0 0,0 0 0,0 1 0,-1 0 0,1 2 0,-1-1 0,0 2 0,0 0 0,0 0 0,1 1 0,-1 1 0,0 0 0,0 1 0,-3 2-7,8-4 5,0 0 0,1 1 0,-1 1 0,0-1 0,1 1 0,-1 1 0,1 0 1,-1 0-1,1 0 0,0 1 0,1 1 0,-1-1 0,1 1 0,-1 0 0,1 1 0,1 0 0,-1 0 0,1 0 0,0 1 0,1 0 0,0 0 0,0 0 0,0 1 0,1-1 0,0 1 0,0 0 0,1 1 0,-2 5-5,5-12-16,-1 0-6,0 1 0,-1-1-1,1 0 1,0 1 0,1-1 0,-1 1 0,0 0 0,1-1-1,0 1 1,-1 0 0,1-1 0,0 1 0,0 0 0,1-1-1,-1 1 1,0-1 0,1 1 0,0 0 0,-1-1 0,1 1 0,0-1-1,0 1 1,1-1 0,-1 0 0,0 0 0,1 1 0,0-1-1,-1 0 1,1 0 0,0 0 0,0-1 0,0 1 0,0 0-1,0-1 1,0 1 0,1-1 0,-1 0 0,1 0 0,-1 1-1,0-2 1,1 1 0,0 0 0,-1 0 0,1-1 0,-1 0-1,1 1 1,0-1 0,-1 0 0,1 0 0,0-1 0,1 1 22,1-3-274,0 1 0,0-1 0,0-1 0,0 1 1,0-1-1,-1 1 0,0-1 0,0 0 1,0-1-1,0 1 0,0-1 0,-1 0 1,0 0-1,0 0 0,0 0 0,0-3 274,-2 7-102,16-34-2694</inkml:trace>
  <inkml:trace contextRef="#ctx0" brushRef="#br1" timeOffset="361923.279">5120 9395 6153,'0'0'844,"0"0"-554,0 0-217,0 0 65,0 0 46,10 0 60,-3 0-212,-1 0 0,1 1 0,-1 0 0,1 0 1,0 1-1,-1-1 0,0 2 0,1-1 0,-1 0 0,0 1 1,0 0-1,-1 1 0,1 0 0,-1-1 0,1 2 0,2 2-32,188 229 1442,-185-274-1399,-14-275 50,3 311-98,-1 0 0,1 0-1,0 1 1,0-1 0,1 0 0,-1 0 0,0 0-1,1 0 1,-1 0 0,1 0 0,-1 0-1,1 1 1,0-1 0,0 0 0,0 0 0,0 1-1,0-1 1,0 1 0,0-1 0,0 1-1,1-1 1,-1 1 0,1 0 0,-1-1 0,1 1-1,0 0 1,-1 0 0,1 0 0,0 1-1,-1-1 1,1 0 0,0 1 0,0-1 0,0 1-1,0-1 1,0 1 0,0 0 0,0 0-1,0 0 1,-1 0 0,1 0 0,0 0 0,0 0-1,0 1 1,0-1 0,0 1 0,0 0-1,1 0 6,4 3 25,0-1-1,-1 1 1,0 1-1,0-1 1,0 1-1,0 0 1,-1 1-1,0-1 0,0 1 1,0 0-1,-1 0 1,0 1-1,0-1 1,0 1-1,-1 0 1,0 0-1,-1 0 1,1 0-1,-1 0 0,-1 1 1,2 6-25,34 228 102,-34-137-3233,-3-82-1392</inkml:trace>
  <inkml:trace contextRef="#ctx0" brushRef="#br1" timeOffset="362432.717">5699 9301 5865,'0'0'819,"0"0"-542,0 0-78,0 0-103,16-26-21,49-80-44,-63 101-5,0 0 1,1 0-1,0 1 1,-1-1-1,1 1 1,1 0 0,-1-1-1,1 2 1,-1-1-1,1 0 1,0 1 0,0 0-1,1 0 1,-1 0-1,1 0 1,0 1-1,-1-1 1,1 1 0,0 0-1,0 1 1,0-1-1,0 1 1,1 0 0,-1 1-1,0-1 1,0 1-1,1 0 1,-1 0-1,0 1 1,1-1-27,-3 2 48,0 0 0,0 0-1,0 1 1,-1-1 0,1 0 0,-1 1 0,0 0-1,1-1 1,-1 1 0,0 0 0,-1 0 0,1 0-1,-1 0 1,1 1 0,-1-1 0,0 0 0,0 1-1,0-1 1,-1 0 0,1 1 0,-1-1 0,1 1-1,-1-1 1,-1 1 0,1-1 0,-1 3-48,2 3 124,3 312 1120,43-305-1235,-41-16-7,22 1 25,-22-3-24,1 1 0,-1 0 0,1 0 1,-1 1-1,1 0 0,-1 0 0,1 0 1,-1 1-1,0 0 0,1 0 0,-1 1 1,0-1-1,1 2 0,-1-1 0,0 0 1,-1 1-1,1 0 0,0 1 0,-1-1 1,0 1-1,0 0 0,0 1 0,0-1 1,0 1-1,-1 0 0,0 0 0,0 0 1,-1 0-1,1 1 0,1 3-3,-5 10 93,-1 1 0,0 0 0,-1-1 0,-1 1 0,-1-1 0,-1 0 0,0 0 0,-2 0 0,0-1 0,-1 0 0,-1 0 0,0-1 0,-1 0 0,-1-1 0,-1 0 0,-1-1 0,0 0 0,-13 11-93,-54 26-498,17-43-4229,49-9 278</inkml:trace>
  <inkml:trace contextRef="#ctx0" brushRef="#br1" timeOffset="364647.076">6780 9516 4713,'0'0'671,"0"0"-459,0 0-137,0 0-17,0 0 5,0 0 45,21 0 81,151 0 715,-151-3-795,0 0-1,-1-1 0,1-2 0,-1 0 1,0 0-1,0-2 0,-1-1 0,0 0 0,-1-2 1,0 0-1,0-1 0,-1 0 0,-1-2 0,2-2-108,65-43 530,-18 17-153,-27 20-327,0-2 0,-2-1 0,-1-2-1,-2-1 1,0-2 0,-2-1-1,4-8-49,248-310 264,-275 339-260,72-82-7,3 3 0,4 4 0,4 4 0,83-57 3,-96 85 40,2 4-1,2 3 0,2 3 1,63-20-40,255-65 91,-321 104-21,1 4 0,1 3 1,0 4-1,1 4 1,0 3-1,25 4-70,834-4 403,-243 6-300,-513-40-140,-91 13 67,-2 7 31,-45 11-78,0-2 0,-1-2-1,0-3 1,44-20 17,592-319 52,-610 319-38,3 3-1,0 4 1,2 3 0,10 2-14,222-84-54,53 87-6,-346 24 48,0 1 0,0 1-1,0 1 1,-1 1 0,0 0-1,0 1 1,0 1 0,-1 0-1,-1 1 1,0 1-1,0 1 1,-1 0 0,0 0-1,-1 2 1,10 12 12,51 42 52,-62-58-51,1 1 0,-1-2-1,2 0 1,-1-1 0,1 0 0,0-1 0,1 0-1,-1-1 1,1-1 0,1 0 0,-1-1 0,1-1-1,-1 0 1,1-1 0,7-1-1,-1-1 12,3 2-1,1-2 0,0 0 1,-1-2-1,1-1 0,-1-1 0,0-1 0,0-1 1,0-1-1,-1-1 0,12-7-11,94-65-80,-99 59 57,1 0-1,1 2 0,1 2 0,0 0 0,19-4 24,-13 8-5,1 2 0,-1 1-1,2 3 1,-1 1 0,1 2-1,3 1 6,54 1 378,-101-12 5,-57-24-367,29 15 25,0 1 1,-1 1-1,-1 2 1,-1 1 0,-25-9-42,19 20 569,38 7-565,1 0-24,19 4-69,18 6 77,1-1 0,0-3 0,1-1 0,0-1 0,0-3 0,29-2 12,-62 1 6,-5 0-3,0-1 1,0 1-1,0 0 1,1-1-1,-1 1 0,0 0 1,1 0-1,-1 0 0,0 0 1,0 0-1,1 0 0,-1 0 1,0 0-1,1 1 0,-1-1 1,0 0-1,0 1 0,0-1 1,1 1-1,-1 0 0,0-1 1,0 1-1,0 0 0,0 0 1,0-1-1,0 1 0,0 0 1,0 0-1,0 0 0,-1 0 1,1 0-1,0 0 0,-1 0 1,1 1-1,-1-1 0,1 0 1,-1 0-1,1 0 0,-1 1 1,0-1-1,1 0 0,-1 1 1,0-1-1,0 1-3,-1 10 76,0-1-1,-1 1 1,0-1 0,-1 1-1,0-1 1,-1 0-1,0 0 1,-1-1 0,0 1-1,-1-1 1,0 0 0,-1 0-1,0 0-75,6-9 3,-187 260 358,57-118-4346,88-106-1396</inkml:trace>
  <inkml:trace contextRef="#ctx0" brushRef="#br1" timeOffset="399728.038">18991 12656 1576,'0'0'1005,"0"0"-259,0 0-121,0 0-37,0 0-167,0 0 6,-11-26 125,-32-81 197,42 105-723,-32-63 2629,-11 57-801,35 13-1817,1 0 0,0 1 1,0-1-1,1 2 0,0-1 1,0 1-1,1 0 0,-1 0 1,1 1-1,1 0 0,0 0 1,0 0-1,0 1 1,-2 6-38,1-4 14,1-1 0,-1 2 0,2-1 1,-1 0-1,2 1 0,0 0 0,0-1 1,1 2-1,0-1 0,1 1-14,4-10-6,0 0 0,0 0-1,0-1 1,0 1 0,1-1 0,-1 0-1,1 0 1,0 0 0,-1-1-1,1 1 1,0-1 0,0 0 0,0 0-1,0 0 1,0 0 0,0-1 0,0 0-1,0 0 1,0 0 0,0 0 0,0-1-1,1 1 1,-1-1 0,-1 0-1,2 0 7,9 0-13,206 1 29,-218 2 10,1 1 1,-1-1 0,0 0 0,0 1 0,-1-1 0,1 1 0,0-1-1,-1 1 1,0 0 0,0 0 0,1-1 0,-2 1 0,1 0 0,0 0 0,-1 0-1,1 0 1,-1 0 0,0 0 0,0 1 0,0-1 0,0 0 0,0 0-1,-1 0 1,0 0 0,1 0 0,-1 0 0,0-1 0,0 1 0,-1 0 0,1 0-1,-1-1 1,1 1 0,-1 0 0,-1 1-27,-6 16 51,-1 0 0,0-1-1,-2 0 1,0 0 0,-1-1 0,-1-1 0,0 0-1,-2-1 1,0 0 0,0-2 0,-2 0-1,-1 0-49,18-12-87,0-1 0,0 0 0,-1 0 0,1 0 0,0 0 0,-1 0 0,1 0-1,-1 0 1,0-1 0,1 1 0,-1 0 0,0-1 0,1 1 0,-1-1 0,0 0 0,1 0 0,-1 0 0,0 1 0,0-1 0,1-1 0,-1 1 0,0 0 0,1 0 0,-1-1 0,0 1 0,1-1 0,-1 1 0,0-1 0,1 0 0,-1 0 0,1 0 0,-1 0 0,1 0 0,0 0 0,-1 0 0,1 0 0,-1-1 86,-8-22-3994</inkml:trace>
  <inkml:trace contextRef="#ctx0" brushRef="#br1" timeOffset="400106.427">19131 12630 5497,'0'0'882,"0"0"-456,0 0-36,0 0 89,0 0 225,30 6-113,94 20-227,-118-24-343,0 0 0,1-1 0,-1 0 0,0 0 0,1 0 0,-1-1 0,1 1 0,-1-2 0,1 1 0,-1-1 0,1 0 0,-1 0 0,1-1 0,-1 1 0,0-2 0,0 1 0,0-1 0,0 0 0,0 0 0,-1 0 0,1-1 0,-1 0 0,0 0 0,0 0 0,0-1 1,-1 1-1,0-1 0,0 0 0,0-1 0,0 1 0,-1-1 0,0 1 0,0-1 0,0 0 0,0-2-21,0 3 11,-1-1 0,0 1 0,1-1 0,-2 0 1,1 0-1,-1 1 0,0-1 0,0 0 0,0 0 1,-1 0-1,0 0 0,0 0 0,-1 0 0,0 0 0,0 0 1,0 0-1,0 0 0,-1 0 0,0 1 0,0-1 0,-1 1 1,0-1-1,0 1 0,-1-2-11,-1 3-7,-1 1 0,1 0 1,0 0-1,-1 0 0,0 0 0,0 1 1,1 0-1,-1 0 0,-1 1 0,1 0 0,0 0 1,0 0-1,0 1 0,-1 0 0,1 0 1,0 0-1,0 1 0,0 0 0,-1 0 1,1 0-1,0 1 0,0 0 0,1 0 1,-1 1-1,0 0 0,1 0 0,-1 0 1,1 1 6,-4 13 85,0 0 1,1 0 0,1 1-1,0 1 1,2-1 0,0 1-1,1 0 1,1 0 0,1 0-1,1 0 1,0 1 0,1-1-1,1 0 1,2 3-86,-3 7 117,-1-21-101,0 0 1,0 0 0,1 0 0,1 0-1,-1 0 1,1 0 0,1 0-1,-1 0 1,1 0 0,1-1-1,-1 1 1,1 0 0,1-1-1,-1 0 1,1 0 0,1 0 0,-1 0-1,1-1 1,0 0 0,0 0-1,1 0 1,0-1 0,0 1-1,0-1 1,1-1 0,0 1-1,0-1 1,0 0 0,0-1 0,1 0-1,3 1-16,-1-2-173,-1 0 1,2 0-1,-1-1 0,0-1 0,0 0 1,0 0-1,0-1 0,0 0 0,0-1 1,0 0-1,0-1 0,-1 1 1,1-2-1,-1 0 0,7-3 173,32-22-3013</inkml:trace>
  <inkml:trace contextRef="#ctx0" brushRef="#br1" timeOffset="400690.089">19753 12038 3433,'0'0'1493,"0"0"-230,0 0-198,0 0-221,0 0-291,0 0-309,0-7-69,47 159 1385,-28-99-1453,3-1-1,1-1 1,3-1-1,2-1 0,3 0-106,-27-44-129,0 0 0,0 0 0,0-1 0,0 1 0,1-1 0,0 0 0,0 0 0,0-1 0,0 1 0,1-1 0,-1 0 0,1-1 0,0 1 0,-1-1 0,4 0 129,11 0-2618</inkml:trace>
  <inkml:trace contextRef="#ctx0" brushRef="#br1" timeOffset="401395.484">20156 12326 4305,'0'0'975,"0"0"-426,0 0-145,0 0 298,0 0-142,0 0-196,26 2-97,168 8 117,-184-14-343,-1 1 0,0-1 0,0-1 0,0 1 0,0-2 0,-1 1 0,0-1 1,0 0-1,0-1 0,-1 0 0,0 0 0,0-1 0,-1 0 0,0 0 0,0 0 0,-1-1 0,0 1 1,-1-1-1,1-1 0,-2 1 0,1-1 0,-2 1 0,1-1 0,-1 0 0,-1 0 0,1 0 0,-1-9-41,-1 17-17,0 1 1,1-1-1,-1 0 0,0 1 0,0-1 0,0 1 0,0-1 0,0 0 0,0 1 0,0-1 0,0 1 0,-1-1 0,1 0 1,0 1-1,-1-1 0,0 1 0,1-1 0,-1 1 0,0 0 0,0-1 0,0 1 0,0 0 0,0-1 0,0 1 0,0 0 1,0 0-1,0 0 0,-1 0 0,1 0 0,0 0 0,-1 0 0,1 1 0,-1-1 0,1 0 0,-1 1 0,1-1 0,-1 1 0,1 0 1,-1-1-1,0 1 0,1 0 0,-1 0 0,1 0 0,-1 0 0,0 0 0,1 0 0,-1 1 0,1-1 0,-1 0 0,1 1 1,-2 0 16,-5-1-17,-1 0 1,1 0 0,0 1 0,0 0-1,-1 1 1,1 0 0,0 0-1,0 0 1,1 1 0,-1 0 0,0 1-1,1 0 1,0 0 0,0 1 0,0-1-1,1 2 1,-1-1 0,1 1 0,0 0-1,1 0 1,-5 6 16,-4 6 192,1 0 0,1 1 0,1 0 0,0 1 0,2 0 0,0 0 0,1 1 0,1 1 0,1-1 0,1 1 0,1 0 0,1 0 0,1 0-1,0 1 1,2 13-192,0-32 8,0 0 0,-1 0 0,1-1 0,1 1 0,-1 0 0,1 0 0,-1 0 0,1 0 0,0 0 0,0 0 0,1-1 0,-1 1 0,1-1 0,0 1 0,0-1 0,0 1 0,0-1 0,0 0 0,1 0 0,0 0 0,-1 0 0,1-1 0,0 1 0,1-1 0,-1 0 0,0 1 0,0-2 0,1 1 0,0 0 0,-1-1 0,1 1 0,0-1 0,-1 0 0,1 0 0,0-1 0,0 1 0,0-1 0,0 0 0,2 0-8,9 2-145,0-1 0,0-1-1,0 0 1,0-1-1,1-1 1,-2 0-1,1-2 1,0 1-1,0-2 1,-1 1-1,0-2 1,4-2 145,39-26-2355</inkml:trace>
  <inkml:trace contextRef="#ctx0" brushRef="#br1" timeOffset="401827.721">20804 11979 4225,'0'0'1636,"0"0"-153,0 0-105,0 0-209,0 0-380,0 0-376,-5 6-200,3-5-195,1 1 0,-1 0 0,1 0 0,-1 0 0,1 0 0,0 1 0,0-1 0,0 0-1,0 0 1,0 1 0,1-1 0,-1 0 0,1 1 0,-1-1 0,1 1 0,0-1-1,0 1 1,0-1 0,0 0 0,1 1 0,-1-1 0,1 1 0,-1-1 0,1 0 0,0 1-1,0-1 1,0 0 0,0 0 0,0 0 0,0 0 0,1 1 0,-1-2 0,1 1 0,0 1-18,45 75 132,4-2 0,4-2 1,38 39-133,-90-108-140,1-1 0,0 0 0,0 0 0,0-1 0,1 1 1,-1-1-1,1 0 0,0 0 0,0 0 0,0-1 0,0 0 0,0 0 0,0 0 0,1 0 0,-1-1 0,0 0 1,1 0-1,-1-1 0,1 1 0,0-1 0,-1 0 0,1-1 140,20 1-3049</inkml:trace>
  <inkml:trace contextRef="#ctx0" brushRef="#br1" timeOffset="402080.388">20925 11666 7082,'0'0'1384,"0"0"-336,0 0-216,0 0 0,0 0 33,36 192-241,0-121-216,7 2-232,-4 1-80,1 0-48,-8-4-40,1-2-8,-17-6-264,-3 0-824,-13-12-1049,0-24-2712</inkml:trace>
  <inkml:trace contextRef="#ctx0" brushRef="#br1" timeOffset="402261.853">21135 11937 8370,'0'0'1792,"0"0"-760,0 0-287,88-159-345,-45 115-264,26-15-136,-17 9-568,-6 0-2169</inkml:trace>
  <inkml:trace contextRef="#ctx0" brushRef="#br1" timeOffset="408264.012">20902 12150 80,'0'0'108,"0"0"16,0 0 23,-15 0-14,12-1 3883,2-1 4364,3-6-8355,0 0 0,1-1 0,0 1 0,0 1 0,1-1 0,0 0 1,0 1-1,1 0 0,0 0 0,0 0 0,1 0 0,-1 1 0,1 0 0,1 0 0,-1 1 0,1 0 0,0 0 0,1 0 0,6-2-25,5-8 18,-6 9 24,1 0 1,-1 0 0,1 1 0,0 1-1,1 0 1,-1 1 0,0 1 0,1 0-1,0 1 1,-1 0 0,1 1 0,0 1 0,-1 1-1,9 1-42,117 53 126,-123-47-128,13 11 53,-1 2-1,-1 1 0,-2 2 0,0 0 0,-1 2 0,-2 0 1,0 2-1,-2 1 0,-2 0 0,-1 1 0,-1 1 0,-1 1 1,4 15-51,43 99 173,-49-103-143,3-1 0,2-1 0,1 0 0,2-2-1,2 0 1,2-1 0,1-2 0,2-1 0,1-1 0,29 24-30,286 159 200,-280-176-187,2-3 0,1-3 0,2-3 0,48 15-13,187 41 94,-54-62-178,152-25 186,-289-40-221,-138 34 195,0-1 0,0-1 0,0-1 0,1-1 0,0-1 0,1-1 0,-8-5-76,-85-44 101,110 55-68,4 4-31,0-1-1,-1 1 1,1 0-1,0-1 1,0 1 0,0-1-1,0 1 1,0-1-1,1 1 1,-1-1 0,0 1-1,0-1 1,0 0-1,0 0 1,1 1 0,-1-1-1,0 0 1,1 0-1,-1 0 1,0 0 0,1 0-1,-1 0 1,1 0-1,0 0 1,-1 0-1,1 0 1,0 0 0,0 0-1,-1 0 1,1 0-1,0 0 1,0-1 0,0 1-1,0 0 1,1 0-1,-1 0 1,0 0 0,0 0-1,1 0 1,-1 0-1,0 0 1,1 0 0,-1 0-1,1 0 1,-1 0-1,1 0 1,0 0 0,-1 0-1,1 1 1,0-1-1,0 0 1,0 0 0,-1 1-1,1-1-1,9-4-3,-1 1-1,1 0 0,-1 0 1,1 1-1,0 0 1,1 0-1,-1 1 0,0 1 1,1 0-1,9 0 4,107 2-85,-121 2 91,-1 1 0,0 0 0,0-1 1,0 2-1,0-1 0,-1 0 0,0 1 1,1 0-1,-2 0 0,1 0 0,-1 1 0,1-1 1,-1 1-1,-1 0 0,1 0 0,-1 0 1,0 0-1,-1 0 0,1 0 0,-1 1 0,-1-1 1,1 0-1,-1 1 0,0-1 0,0 0 1,-1 1-1,0 3-6,0 16 24,0-1 0,-2 1 0,0-1 0,-2 0 0,-1 0 0,-1-1 0,-1 1 0,-1-2 0,-1 1 0,-2 0-24,-41 77 116,49-122-1982,4-11-1181,0-8-2520</inkml:trace>
  <inkml:trace contextRef="#ctx0" brushRef="#br1" timeOffset="409275.976">24343 13646 4633,'0'0'1615,"0"0"-85,0 0-149,0 0-328,0 0-273,0 0-160,-26-11-180,-82-38-95,101 45-321,-1 0-1,1 0 0,1-1 0,-1 0 0,1 0 1,0-1-1,0 0 0,0 0 0,1 0 1,0 0-1,0-1 0,0 0 0,-1-5-23,-3-2 20,-7-17-74,2-1 0,1 0 0,1-1 0,2 0 0,2 0 0,1-1 0,1 0 0,2-1 0,1 1 0,2-1 0,2-26 54,-2 56 6,1 0 0,-1-1 1,1 1-1,0 0 0,0-1 0,1 1 0,-1 0 0,1 0 0,0 0 0,1 0 1,-1 0-1,1 0 0,0 0 0,0 0 0,1 0 0,-1 1 0,1-1 0,0 1 1,0 0-1,1 0 0,-1 0 0,1 0 0,0 0 0,0 1 0,0 0 0,0 0 0,1 0 1,-1 0-1,1 1 0,0 0 0,0 0 0,-1 0 0,2 0 0,2 0-6,1 3 44,1 1-1,0 0 1,0 1 0,-1 0-1,1 0 1,-1 1-1,0 0 1,0 1 0,-1 0-1,1 0 1,-1 1-1,0 0 1,0 0-1,-1 1 1,0 0 0,0 0-1,-1 1 1,0 0-1,0 0 1,-1 0-1,0 1 1,0 0 0,-1 0-1,0 0 1,0 0-1,-1 1 1,-1-1 0,1 6-44,19 118 329,-16-140-536,15-55-82,-19 52 267,0 0 0,0 1-1,1-1 1,1 1 0,0 0-1,0 0 1,0 0 0,1 0-1,1 1 1,0-1 0,0 2-1,0-1 1,1 1-1,0-1 1,2 0 22,-7 7-2,0 0-1,0 0 1,0 0 0,0 0-1,1 0 1,-1 0-1,0 0 1,1 1 0,-1-1-1,0 1 1,1 0 0,-1 0-1,1 0 1,-1 0-1,1 0 1,-1 0 0,0 0-1,1 1 1,-1 0-1,0-1 1,1 1 0,-1 0-1,0 0 1,0 0 0,0 0-1,1 0 1,-1 1-1,0-1 1,-1 1 0,1-1-1,0 1 1,0 0 0,-1 0-1,1 0 1,-1 0-1,0 0 1,1 0 0,-1 0-1,0 0 1,0 0-1,0 0 1,0 2 2,40 173 696,8 17-3686,-34-170-2227</inkml:trace>
  <inkml:trace contextRef="#ctx0" brushRef="#br1" timeOffset="409698.66">24631 12904 6657,'0'0'2362,"0"0"-544,0 0-622,0 0-574,0 0-301,0 0 17,5 17 35,-5-15-362,2 8 23,1 1 0,0 0 0,1-1-1,0 0 1,1 0 0,0 0 0,0 0 0,1-1 0,1 0 0,-1 0 0,1-1 0,1 1 0,5 3-34,-8-8 1,0 0 0,0-1 0,0 0 0,1 0 0,-1 0 0,1-1 0,0 0 0,0 0 0,0-1 1,0 1-1,0-1 0,0 0 0,0-1 0,5 0-1,-7-3-18,0 0 1,-1-1-1,0 1 1,1-1-1,-1 0 1,0 0-1,-1 0 1,1 0-1,-1-1 1,0 1-1,0-1 0,0 1 1,-1-1-1,1 0 1,-1 0-1,0 0 1,-1 1-1,1-1 1,-1 0-1,0 0 1,0 0-1,-1 0 18,2 1-61,19-116-1123,-1 123 1065,54 318 1621,8-52-1488,-78-263-228,18 34-259,2-25-3642,-11-14-746</inkml:trace>
  <inkml:trace contextRef="#ctx0" brushRef="#br1" timeOffset="410115.772">24998 12580 5953,'0'0'1630,"0"0"-344,0 0-533,0 0-266,0 0-111,0 0-117,-11 7-106,-30 23-60,40-29-86,0 1-1,1-1 1,-1 1-1,0-1 0,1 0 1,-1 1-1,1-1 1,-1 1-1,1 0 0,0-1 1,-1 1-1,1-1 1,0 1-1,0-1 1,0 1-1,0 0 0,1-1 1,-1 1-1,0-1 1,1 1-1,-1-1 0,1 1 1,-1-1-1,1 1 1,0-1-1,0 0 0,-1 1 1,1-1-1,0 0 1,0 1-1,0-1 1,1 0-1,-1 0 0,0 0 1,0 0-1,0 0 1,1 0-1,-1-1 0,1 1 1,-1 0-1,1-1 1,-1 1-1,1-1-6,-1 2 18,50 31 284,-41-28-228,0 0 1,-1 1-1,1-1 0,-1 2 0,-1-1 0,1 2 0,-1-1 1,0 1-1,0 0 0,-1 0 0,-1 1 0,1 0 0,-1 0 0,-1 1 1,1 0-1,-2 0 0,1 0 0,-2 0 0,1 1 0,0 4-74,-3-10 32,-1 1 0,1 0-1,-1-1 1,0 1 0,-1 0-1,1 0 1,-1-1 0,0 1-1,0-1 1,-1 1 0,0-1-1,0 1 1,0-1 0,-1 0-1,1 0 1,-1 0 0,0 0-1,-1-1 1,1 1-1,-1-1 1,0 0 0,0 0-1,0 0 1,-1 0 0,1-1-1,-1 0 1,0 0 0,0 0-1,0 0 1,-2 0-32,-34 4-877,23-24-3190,14-13-1831</inkml:trace>
  <inkml:trace contextRef="#ctx0" brushRef="#br1" timeOffset="410560.632">25237 12453 5529,'0'0'2331,"0"0"-481,0 0-460,0 0-351,0 0-307,0 0-207,-15 0-199,-48 4-122,61-4-200,1 1-1,0-1 1,-1 1 0,1-1 0,0 1 0,-1 0 0,1 0 0,0-1 0,0 1-1,0 0 1,0 0 0,0 0 0,0 0 0,0 0 0,0 1 0,0-1 0,0 0 0,1 0-1,-1 0 1,0 1 0,1-1 0,-1 0 0,1 1 0,-1-1 0,1 1 0,0-1-1,0 1 1,-1-1 0,1 0 0,0 1 0,0-1 0,1 1 0,-1-1 0,0 1 0,0-1-1,1 2-3,-1 6 2,0-7-1,-1 14 11,0 0 1,1 1-1,1-1 0,0 0 1,1 0-1,1-1 0,0 1 1,2 0-1,-1-1 0,2 0 0,0 0 1,1 0-1,0-1 0,4 4-12,-6-10-2,0-1 0,1 0-1,0 0 1,0 0 0,1-1-1,-1 0 1,1 0-1,1-1 1,-1 1 0,1-2-1,0 1 1,0-1 0,0 0-1,1-1 1,0 0 0,-1-1-1,1 1 1,0-1-1,0-1 1,0 0 0,0 0-1,6-1 3,-12 0 3,1 0-1,-1-1 0,0 1 0,1-1 0,-1 0 1,0 0-1,0 0 0,0 0 0,0 0 1,1-1-1,-2 1 0,1-1 0,0 0 0,0 0 1,-1 0-1,1 0 0,-1 0 0,1-1 0,-1 1 1,0-1-1,0 0 0,0 1 0,0-1 0,-1 0 1,1 0-1,-1 0 0,0 0 0,1 0 1,-1-1-1,-1 1 0,1-2-2,9-112 193,-10 102-185,1 7-4,-1 0 1,1 0-1,-2 0 0,1 1 1,-1-1-1,0 0 1,-1 1-1,0-1 1,0 0-1,-1 1 0,0 0 1,0 0-1,0 0 1,-1 0-1,0 0 1,-1 1-1,1 0 0,-1 0 1,-3-3-5,4 5-120,0 0 1,-1 0 0,0 0-1,0 1 1,0 0 0,0 0-1,0 0 1,0 0 0,-1 1 0,1 0-1,-1 0 1,0 1 0,0-1-1,1 1 1,-1 0 0,0 1-1,0-1 1,0 1 0,0 1-1,0-1 1,-1 1 119,-6 6-2667,5 9-485</inkml:trace>
  <inkml:trace contextRef="#ctx0" brushRef="#br1" timeOffset="410811.339">25237 12453 3945</inkml:trace>
  <inkml:trace contextRef="#ctx0" brushRef="#br1" timeOffset="410812.339">25237 12453 3945,'29'106'1928,"-25"-103"-767,-1 3-353,16 0 1008,1 3-864,3 0-208,3-1 9,4 7-313,9-3-248,-3 3-88,0-1-48,-3 4-56,-4-12-16,1 3-888,-7-6-1225,-14-3-2552</inkml:trace>
  <inkml:trace contextRef="#ctx0" brushRef="#br1" timeOffset="411097.734">25459 12265 3961,'0'0'2876,"0"0"-844,0 0-1015,0 0-579,0 0-184,0 0-12,9-2 44,-7 1-254,1 1 1,-1-1-1,1 1 0,0 0 0,-1 0 0,1 0 0,0 0 0,-1 0 0,1 0 0,-1 1 0,1-1 1,0 1-1,-1 0 0,1 0 0,-1 0 0,0 0 0,1 0 0,-1 0 0,0 1 0,0-1 0,1 1 1,-1-1-1,0 1 0,-1 0 0,1 0 0,0 0 0,0 0 0,-1 0 0,1 2-32,55 103 989,-50-89-899,0 0 1,2-1-1,0 0 0,1 0 1,1-1-1,1 0 1,0-1-1,1 0 0,0-1 1,2 0-91,-7-9 5,0-1 1,1 0-1,0 0 1,-1 0 0,1-1-1,0-1 1,1 1 0,-1-2-1,0 1 1,1-1-1,-1-1 1,0 1 0,1-2-1,-1 1 1,1-1-1,-1-1 1,0 1 0,1-2-1,-1 1 1,0-1-1,-1-1 1,1 0 0,-1 0-1,1 0 1,-1-1 0,0-1-1,-1 1 1,1-1-1,3-4-5,53-72-3099,-48 48-1629</inkml:trace>
  <inkml:trace contextRef="#ctx0" brushRef="#br1" timeOffset="412031.91">24405 14203 2585,'0'0'1432,"0"0"-216,0 0-566,0 0-426,0 0-291,-1-2-70,0 1 138,0-1 1,1 1-1,-1 0 1,1 0 0,-1 0-1,1-1 1,-1 1 0,1 0-1,0 0 1,0-1-1,0 1 1,0 0 0,0-1-1,0 1 1,0 0-1,0 0 1,0-1 0,0 1-1,1 0 1,-1-1 0,1 1-1,-1 0 1,1 0-1,-1 0 1,1 0 0,0-1-1,-1 1 1,1 0-1,0 0 1,0 0 0,0 0-1,0 1 1,0-1 0,0 0-1,0 0 1,0 0-2,1-1 11,4-8 389,0 0 0,-1 0-1,0 0 1,-1-1 0,0 1 0,-1-1 0,0 0-1,0-1 1,-1 1 0,-1 0 0,0-1 0,0 1-1,-1 0 1,-1-4-400,-1 12 69,-1 0-1,1 0 1,0 1 0,-1-1-1,0 1 1,0 0 0,1 0-1,-1 0 1,0 0 0,-1 0-1,1 1 1,0-1-1,0 1 1,-1 0 0,1 0-1,-1 0 1,1 1 0,0-1-1,-1 1 1,0 0 0,1 0-1,-1 0 1,1 0-1,-1 0 1,1 1 0,-1 0-1,1 0 1,0 0 0,-1 0-1,-2 1-68,-1 2 25,1-1 0,0 1 0,0 0 0,0 1 0,1-1 0,0 1 0,-1 0 0,2 1 0,-1-1 0,0 1 0,1 0 0,0 0 0,1 0 0,0 1 0,-1-1 0,2 1 0,-1 0 0,1 0 0,0-1 0,1 2 0,-1-1 0,1 0 0,1 0 0,-1 0 0,1 0 0,1 1 0,-1-1 0,1 0 0,1 0 0,-1 2-25,2-5-4,0 1 0,1 0 1,-1-1-1,1 1 1,0-1-1,0 0 0,0-1 1,1 1-1,-1 0 0,1-1 1,0 0-1,0-1 1,0 1-1,0-1 0,0 1 1,0-2-1,1 1 0,-1-1 1,1 1-1,0-1 1,-1-1-1,6 1 4,1 2 1,76 13-24,-64-13 41,0 1-1,0 1 1,-1 1-1,1 1 1,-1 1-1,-1 1 1,7 4-18,-27-11 27,0-1 1,0 1-1,0 0 1,0 0-1,-1-1 1,1 1-1,-1 0 0,1 0 1,-1 1-1,0-1 1,0 0-1,0 0 0,0 1 1,0-1-1,0 0 1,-1 1-1,1-1 0,-1 1 1,1-1-1,-1 0 1,0 1-1,0-1 1,0 1-1,-1-1 0,1 1 1,-1-1-1,1 1 1,-1-1-1,0 0 0,1 1 1,-1-1-1,-1 0 1,1 0-1,0 1 0,0-1 1,-1 0-1,1 0 1,-1-1-1,0 1 0,1 0 1,-1 0-1,0-1 1,0 1-1,0-1 1,0 0-1,-1 1 0,1-1-27,-8 7 33,0-1-1,0 0 0,-1 0 0,0-1 1,-1 0-1,1-1 0,-1 0 0,0-1 0,0-1 1,-1 0-1,1 0 0,-4-1-32,13-2-117,0 0 0,-1 0-1,1 0 1,0-1 0,0 1-1,0-1 1,0 0 0,0 0 0,0 0-1,0-1 1,0 1 0,0-1-1,0 1 1,1-1 0,-1 0 0,1 0-1,-1 0 1,1-1 0,0 1-1,0 0 1,0-1 0,0 1 0,0-1-1,1 0 1,-1 0 0,1 0-1,-1 1 1,1-1 0,0-1 0,0 1-1,1 0 1,-1 0 0,1 0-1,-1 0 1,1-2 117,-13-39-4103</inkml:trace>
  <inkml:trace contextRef="#ctx0" brushRef="#br1" timeOffset="412338.416">24729 13782 6305,'0'0'1569,"0"0"-801,0 0 896,0 0-296,0 0-575,69 191-201,-52-132-312,-4-6-136,-4-9-72,1-5-16,-6-10-56,5-8 0,-9-9-200,0-6-1064,0-6-1737</inkml:trace>
  <inkml:trace contextRef="#ctx0" brushRef="#br1" timeOffset="412598.499">24638 13590 5577,'0'0'1040,"0"0"-1040,0 0-304,0 0-1048,0 0-1721</inkml:trace>
  <inkml:trace contextRef="#ctx0" brushRef="#br1" timeOffset="412846.043">24883 13746 648,'65'48'6656,"-2"49"-2996,-20 69-1817,-43-166-1847,0-1 1,0 1 0,0 0-1,1 0 1,-1 0-1,0 0 1,1 0 0,-1 0-1,0 0 1,0-1-1,1 1 1,-1 0 0,0 0-1,0 0 1,1 0-1,-1 0 1,0 0 0,1 0-1,-1 0 1,0 0-1,0 1 1,1-1 0,-1 0-1,0 0 1,1 0-1,-1 0 1,0 0 0,0 0-1,1 1 1,-1-1-1,0 0 1,0 0 0,0 0-1,1 1 1,-1-1-1,0 0 1,0 0 0,0 0-1,0 1 1,1-1-1,-1 0 1,0 1 3,15-70-189,-11 48 194,0 0 0,1-1-1,1 2 1,1-1 0,1 1-1,1 0 1,5-7-5,31 31 779,-40 6-1024,1 1-1,-2-1 1,1 1 0,-2 1 0,1-1-1,-2 0 1,1 1 0,-2 0-1,1-1 1,-1 1 0,-1 7 245,0 4-2483</inkml:trace>
  <inkml:trace contextRef="#ctx0" brushRef="#br1" timeOffset="413250.188">25240 13540 4673,'0'0'1992,"0"0"24,0 0-341,0 0-441,0 0-445,0 0-289,0 6-182,0 5-261,0 0-1,1 0 0,1 0 1,0-1-1,0 1 0,1 0 1,0-1-1,1 1 0,0-1 1,0 0-1,2 0 0,-1-1 0,1 1 1,0-1-1,1 0 0,0-1 1,0 0-1,1 0 0,0 0 1,1-1-1,-1 0 0,1-1 0,1 0-56,-9-6 0,1 1 0,0-1-1,-1 0 1,1 0-1,0 0 1,-1 0-1,1 0 1,-1 0-1,1 0 1,0 0-1,-1-1 1,1 1 0,0-1-1,-1 1 1,1-1-1,-1 0 1,1 1-1,-1-1 1,0 0-1,1 0 1,-1 0-1,0 0 1,1 0 0,-1 0-1,0-1 1,0 1-1,0 0 1,0-1-1,0 1 1,-1 0-1,1-1 1,0 1-1,0-1 1,-1 0 0,1 1-1,-1-1 1,0 1-1,1-3 1,0 2 5,90-238-418,-94 292 381,-1-37 27,-1 6 88,0 0 0,0 0 0,2 0 0,1 0 0,1 0 0,0 1 0,3 12-83,-1-30-40,1 0 1,0 0-1,0 0 0,1-1 0,-1 1 1,1 0-1,-1-1 0,1 1 0,1-1 0,-1 0 1,0 0-1,1 0 0,-1-1 0,1 1 1,0-1-1,0 0 0,0 0 0,0 0 1,0-1-1,0 1 0,0-1 0,1 0 0,-1 0 1,1 0-1,-1-1 0,0 0 0,1 1 1,-1-2-1,1 1 0,-1 0 0,1-1 1,-1 0-1,0 0 0,1 0 0,-1-1 1,0 1-1,0-1 0,0 0 0,0 0 0,0-1 1,0 1-1,-1-1 0,1 0 0,1-1 40,19-30-3338,-7-1-3808</inkml:trace>
  <inkml:trace contextRef="#ctx0" brushRef="#br1" timeOffset="413578.818">25679 13287 6489,'0'0'2051,"0"0"-745,0 0-664,0 0-274,6-29 0,22-91-28,-27 115-294,0 1 1,1 0-1,-1 0 1,1 0 0,0 0-1,0 0 1,0 1-1,0-1 1,1 0-1,0 1 1,-1 0-1,1 0 1,0 0 0,1 0-1,-1 0 1,0 0-1,1 1 1,0 0-1,-1 0 1,1 0-1,0 0 1,0 0 0,0 1-1,1 0 1,-1-1-1,0 2 1,0-1-1,1 0 1,-1 1-1,0 0 1,0 0 0,1 0-1,2 1-46,-3 0 24,1 1 1,-1-1-1,0 1 0,1 0 0,-1 0 1,0 1-1,0-1 0,-1 1 1,1 0-1,-1 0 0,1 0 0,-1 0 1,0 0-1,0 1 0,0 0 0,0-1 1,-1 1-1,0 0 0,0 1 0,0-1 1,0 0-1,0 0 0,-1 1 1,0-1-1,0 1 0,0-1 0,-1 1 1,1 0-1,-1-1 0,0 1 0,0-1 1,-1 1-25,2 1 34,15 304 841,-16-246-571,0-63-299,0 0 0,0 0 0,0 0 0,0 0 0,0 0 0,0 0 0,0 1 0,0-1 0,0 0 1,1 0-1,-1 0 0,0 0 0,1 0 0,-1 0 0,1 0 0,-1 0 0,1-1 0,0 1 0,-1 0 0,1 0 0,0 0 0,-1 0 0,1-1 0,0 1 0,0 0 0,0-1 1,0 1-1,0-1 0,0 1 0,0-1 0,0 1 0,0-1 0,0 0 0,0 1 0,0-1 0,0 0 0,0 0 0,0 0 0,0 0 0,0 0 0,0 0 0,0 0 1,0 0-1,0 0 0,0-1 0,1 1 0,-1 0 0,0-1 0,0 1-5,12-1 9,116-33 239,-36 2-4525,-72 31-1200</inkml:trace>
  <inkml:trace contextRef="#ctx0" brushRef="#br1" timeOffset="416993.629">25270 13343 3721,'0'0'1858,"0"0"-605,0 0 57,0 0-130,0 0-371,0 0-190,4 0 1911,168-48-1467,-133 38-947,-1-1 0,0-2 0,-1-2-1,-1-1 1,0-2 0,-1-2 0,6-5-116,40-35 77,-3-4 1,-3-3-1,58-66-77,-4-42 44,-118 160-30,-1-1 1,-1 1-1,0-2 1,-1 1-1,-1-1 1,0 0-1,-1-1 1,-1 0-1,-1 1 1,-1-2-1,0 1 1,-1 0-1,-1-3-14,-14-191 265,-59-208 87,0 33-79,-36 104 487,-56-124-671,123 299-94,4-1-1,-16-86 6,-17-165 66,26-160-42,50 281-32,76-205-10,-35 329 5,71-63-79,35-19 47,31-24 21,64-21 110,-23 77-105,-75 63 24,135-70-12,-157 102 6,-93 48-9,-91 24 56,40 1-55,-85 20 45,-1-6 0,-1-3 1,-8-5-37,-19-5 69,129-4-160,12-3-22,70-28 117,-54 19 4,-1 1 1,1 1-1,1 2 0,-1 1 1,1 1-1,1 1 1,6 1-9,-25 4 0,-5-2-1,0 1 1,0 0-1,0 1 1,0-1-1,0 1 1,0 0-1,0 0 1,0 1-1,0-1 1,0 1-1,0 0 1,0 1-1,0-1 1,0 1-1,-1 0 1,1 0-1,-1 0 1,1 1-1,-1 0 1,0 0-1,0 0 1,0 0-1,0 0 1,0 1-1,-1 0 1,0 0-1,0 0 1,0 0-1,1 2 1,8 136 251,-40 17 15,17-29-2351,11-105-1557</inkml:trace>
  <inkml:trace contextRef="#ctx0" brushRef="#br1" timeOffset="418799.872">27692 7716 4057,'0'0'1331,"0"0"109,0 0 111,0 0-217,0 0-310,0 0-115,-11-13-226,-32-41-275,41 52-399,1 0-1,0 0 0,0 0 0,0 0 1,0 0-1,0 0 0,1-1 0,-1 1 1,1 0-1,-1-1 0,1 1 0,0 0 1,0-1-1,0 1 0,0 0 0,0-1 1,1 1-1,-1 0 0,1-1 0,-1 1 1,1 0-1,0 0 0,0-1 0,0 1 0,0 0 1,0 0-1,0 0 0,1 0 0,0 0-8,2-5 9,17-25 42,3 1 0,0 2 0,2 0 0,1 1 0,1 2 0,2 1 0,0 1 0,1 2 0,2 1 0,0 1 0,5 0-51,-10 5 88,0 2-1,1 0 1,0 2 0,1 2 0,0 0 0,1 2 0,0 1 0,0 2 0,0 1 0,1 1 0,-1 2 0,0 1 0,1 2 0,-1 1 0,0 1 0,-1 1 0,1 2 0,-1 1 0,-1 2 0,28 13-88,-18 1 39,-2 1 0,-1 2 0,-1 1 0,-1 2 1,-2 1-1,-1 2 0,-1 1 0,-2 1 0,-2 1 1,-1 2-1,-3 0 0,0 2 0,-3 0 0,-1 1 1,-3 1-1,-1 1 0,-2 0 0,5 40-39,-3 202 214,-14-209-111,-5 3-52,-3 0 0,-3-1 0,-15 47-51,10-53 31,-3 0 0,-4-2 1,-2 0-1,-4-2 1,-4 1-32,3-10 61,3 1 1,2 1-1,3 1 0,2 1 1,4 0-1,2 2 0,-1 27-61,-2 198 141,14 83-141,4-254 3,1 261 87,8-325-105,2 0 0,2-1 0,3-1 0,2 0 1,3-1-1,2 0 15,29 76-15,38 95 15,-38-99 0,-5 2 0,20 93 0,-10 52-16,-45-238-98,-8-29 21,-4-4 144,-13-9 25,-426-307-395,340 264 956,111 59-671,198 200 215,-205-204-181,-1 0 0,1 0-1,-1 0 1,1-1 0,0 0-1,1 0 1,-1 0 0,0-1-1,1 0 1,-1 0 0,1-1 0,0 0-1,0 0 1,-1 0 0,1-1-1,0 0 1,0-1 0,0 1 0,-1-1-1,1 0 1,0-1 0,-1 0-1,1 0 1,-1 0 0,0-1 0,1 0-1,-1 0 1,-1-1 0,1 1-1,0-1 1,-1 0 0,1-2 0,20-26 42,-1-1 0,-1-1 0,-3-1-1,0-1 1,-3-1 0,0-1 0,-3-1 0,-1 0 0,4-26-42,1-79-2,-19 145-4,0-1 1,-1 1 0,1-1 0,0 0 0,0 1 0,-1-1 0,1 1-1,0-1 1,-1 0 0,1 1 0,0-1 0,-1 0 0,1 1 0,-1-1 0,1 0-1,-1 1 1,1-1 0,0 0 0,-1 0 0,1 0 0,-1 1 0,1-1-1,-1 0 1,1 0 0,-1 0 0,1 0 0,-1 0 0,1 0 0,-1 0 0,1 0-1,-1 0 1,1 0 0,-1 0 0,1 0 0,-1-1 0,1 1 0,-1 0-1,1 0 1,-1 0 0,1-1 0,-1 1 0,1 0 0,0-1 0,-1 1 0,1 0-1,-1-1 1,1 1 0,0 0 0,0-1 0,-1 1 0,1-1 0,0 1-1,-1 0 1,1-1 0,0 1 0,0-1 0,0 1 0,0-1 0,-1 1 0,1-1-1,0 1 1,0-1 0,0 1 0,0-1 0,0 1 0,0-1 0,0 1-1,1-1 6,-31 35-773,-7 25-1795,-2 8-2534</inkml:trace>
  <inkml:trace contextRef="#ctx0" brushRef="#br1" timeOffset="421534.951">26674 15240 3193,'0'0'652,"0"0"-245,0 0-57,-28-2 165,-95-8 299,109 8-598,0 0 1,0 1 0,0 1-1,0 0 1,-1 1 0,1 1-1,0 0 1,1 0-1,-1 2 1,0 0 0,1 0-1,0 1 1,0 1 0,0 0-1,1 1 1,0 0 0,0 1-1,1 0 1,0 1 0,0 1-1,1-1 1,-4 6-217,2-4 165,1 1-1,1 0 1,-1 1 0,2 0 0,0 1-1,1 0 1,0 0 0,1 1 0,1-1-1,0 2 1,1-1 0,0 1 0,2-1-1,0 1 1,0 0 0,2 0-1,0 1 1,0-1 0,2 3-165,0-14 3,0 0 0,0 0 0,0 0 1,1 0-1,0 0 0,0 0 0,0-1 0,1 1 0,-1-1 1,1 0-1,0 1 0,1-1 0,-1-1 0,0 1 1,1 0-1,0-1 0,0 0 0,0 0 0,0 0 0,1 0 1,-1-1-1,1 1 0,0-1 0,-1 0 0,1-1 0,0 1 1,0-1-1,0 0 0,4 0-3,8 2-24,1-1 1,-1 0-1,0-2 1,1 0-1,-1 0 1,0-2-1,1 0 1,9-4 23,-6-1-175,0-1 0,-1-2 0,0 0 1,0-1-1,-1-1 0,0 0 0,-1-2 0,-1 0 1,4-5 174,-19 18-38,84-77-3107,-17 4-2581</inkml:trace>
  <inkml:trace contextRef="#ctx0" brushRef="#br1" timeOffset="421963.132">26681 14418 5641,'0'0'2227,"0"0"-444,0 0-774,0 0-269,4 37 143,41 241 470,-35-237-1168,90 279 956,-99-317-1146,-1-1 0,1 1 0,0-1-1,0 0 1,0 1 0,1-1 0,-1 0 0,1 0 0,-1 0 0,1 0 0,0 0 0,-1 0-1,1 0 1,0-1 0,0 1 0,0-1 0,1 1 0,-1-1 0,0 0 0,0 0 0,1 0-1,-1 0 1,1 0 0,-1 0 0,1-1 0,-1 1 0,1-1 0,-1 0 0,1 0-1,0 0 1,-1 0 0,1 0 0,-1 0 0,1-1 0,-1 1 0,1-1 0,-1 0 0,1 0-1,-1 1 1,0-2 0,1 1 0,1-1 5,75-85-30,-75 78 19,2 1-1,-1-1 0,1 1 1,1 0-1,-1 1 0,1-1 1,1 1-1,-1 1 0,1-1 1,1 1-1,-1 1 0,1 0 0,0 0 1,0 0-1,0 1 0,0 1 1,1-1-1,2 1 12,-5 4 8,0 1 0,-1 0 0,1 1 0,-1-1-1,0 1 1,0 1 0,0-1 0,0 1 0,0 0 0,-1 0-1,0 0 1,0 1 0,0 0 0,0 0 0,-1 0 0,0 1 0,0 0-1,0-1 1,-1 1 0,0 1 0,0-1 0,0 0 0,-1 1 0,0-1-1,0 1 1,-1 0 0,1-1 0,-1 5-8,9 16 37,90 237-2564,-82-227-1356</inkml:trace>
  <inkml:trace contextRef="#ctx0" brushRef="#br1" timeOffset="422370.049">27597 14978 5705,'0'0'1742,"0"0"-218,0 0-73,0 0-360,0 0-245,0 0-80,-30 10-229,-95 36-115,120-43-377,-1 0 0,1 0-1,0 0 1,0 0 0,1 1 0,-1 0-1,1 0 1,-1 0 0,1 0-1,0 1 1,1 0 0,-1 0 0,1 0-1,0 0 1,0 0 0,1 1-1,-2 4-44,-5 9 155,0-3-68,2 0-1,0 1 1,1-1 0,0 2-1,2-1 1,0 0-1,0 1 1,2 0-1,0 0 1,2-1 0,0 1-1,0 0 1,3 12-87,0-27-12,-1 1 0,0-1 0,1 0 0,0 0 0,0 0 0,0 0 0,0-1 0,1 1 0,-1-1 0,0 0 0,1 0 0,0 0 0,-1 0 0,1-1 0,0 1 0,0-1 0,0 0 0,0 0 0,0 0 0,0-1 0,0 0 0,1 0 0,-1 0 0,0 0 0,0 0 0,0-1 0,0 0 0,0 0 0,0 0 0,0 0 0,0 0 0,0-1 0,-1 0 0,1 0 0,0 0 0,-1 0 0,0-1 0,1 1 0,1-3 12,197-205-1946,-199 208 1947,0 0 0,0 0-1,0 1 1,1-1 0,-1 0 0,1 1 0,-1 0-1,1 0 1,-1 0 0,1 0 0,0 1 0,-1-1-1,1 1 1,0 0 0,-1 0 0,1 0 0,0 1-1,-1-1 1,1 1 0,0 0 0,-1 0 0,1 0-1,-1 1 1,1-1 0,-1 1 0,0 0 0,0-1-1,0 2 1,0-1 0,1 1-1,77 85 217,-68-71-186,-1 0-185,89 103 465,-21-57-4021,-61-54-1135</inkml:trace>
  <inkml:trace contextRef="#ctx0" brushRef="#br1" timeOffset="422743.689">27797 14963 6457,'0'0'2442,"0"0"-909,0 0-780,0 0-94,0 0 173,0 0-192,33 13-178,107 47-64,-123-52-341,-1 1 0,0 0 0,0 2 0,-1-1 0,0 2 0,-1 0 0,0 0 0,-1 2 0,3 4-57,1 0 17,-10-12 2,-1 1-1,0 0 1,0 0 0,-1 0 0,0 1 0,0 0 0,-1 0 0,0 0-1,0 1 1,0-1 0,-2 1 0,1 0 0,-1 0 0,0 0 0,0 6-19,-3-12 8,0-1 0,-1 0 0,1 1 0,-1-1 0,1 0 0,-1 0 0,0 1 0,0-1 0,0-1 1,0 1-1,0 0 0,0 0 0,0-1 0,-1 1 0,1-1 0,-1 0 0,1 0 0,-1 0 0,1 0 1,-1 0-1,0 0 0,1-1 0,-1 1 0,0-1 0,0 0 0,1 0 0,-1 0 0,0 0 0,0 0 0,1-1 1,-1 1-1,0-1 0,1 0 0,-2 0-8,-9 0 46,10-1-38,-1 0 0,1 0 0,-1 0-1,1-1 1,0 1 0,0-1 0,0 0 0,0 0 0,1 0 0,-1-1-1,1 1 1,0 0 0,0-1 0,0 0 0,0 1 0,0-1 0,1 0 0,0 0-1,0 0 1,0 0 0,0 0 0,1 0 0,-1 0 0,1 0 0,0 0-1,0 0 1,1 0 0,-1-1 0,1 1 0,0 0 0,1-3-8,-2-3-7,0 4-6,0 0 0,0 1 0,0-1 0,1 0 0,0 1 0,0-1 0,0 1 0,1-1 0,-1 1 0,1-1 0,1 1 0,-1 0 0,1 0 0,0 0 0,0 0 0,0 1 0,1-1 0,0 1 0,0 0 0,0 0-1,0 0 1,0 1 0,1-1 0,0 1 0,-1 0 0,1 0 0,1 1 13,81-28-3438,-52 26-861</inkml:trace>
  <inkml:trace contextRef="#ctx0" brushRef="#br1" timeOffset="423332.827">28180 14433 6257,'0'0'2043,"0"0"-541,0 0-675,0 0-175,0 0 255,0 0-58,32 17-84,-8-5-603,-4-3-50,-1 1 1,0 1 0,0 1 0,-1 0-1,-1 1 1,0 1 0,-1 1 0,0 0-1,-1 1 1,3 6-113,24 34 112,-3 2-1,-2 2 1,-3 1-1,-3 1 1,-2 2-1,-3 1 1,-3 1-1,14 67-111,-26-25-3082,-17-103-1181,-17-5-3159</inkml:trace>
  <inkml:trace contextRef="#ctx0" brushRef="#br1" timeOffset="423582.003">28353 14966 7490,'0'0'2176,"0"0"-1144,0 0 153,0 0 7,0 0-304,187-88-304,-125 67-432,-3 12-16,-7 9-136,-2 0-680,-18 12-1760,-12 15-3634</inkml:trace>
  <inkml:trace contextRef="#ctx0" brushRef="#br1" timeOffset="424034.05">28219 16053 5801,'0'0'2417,"0"0"-27,0 0-598,0 0-725,0 0-496,0 0-281,2-9-136,58-235 111,-53 216-210,11 51-95,94 346 1501,-96-326-1426,-8-19-25,1 0-1,1-1 1,1 0-1,1 0 1,0-1-1,15 17-9,-25-36-96,0-1-1,0 0 0,0 1 0,1-1 1,-1 0-1,0 0 0,1-1 0,0 1 1,-1 0-1,1-1 0,0 0 0,0 1 1,0-1-1,0 0 0,0-1 0,0 1 1,0 0-1,0-1 0,0 0 0,0 0 0,0 0 1,1 0-1,-1 0 0,0 0 0,0-1 1,0 0-1,2 0 97,11-9-2853</inkml:trace>
  <inkml:trace contextRef="#ctx0" brushRef="#br1" timeOffset="424517.273">28164 15594 5953,'0'0'2054,"0"0"-419,-29 0-248,-92 1-248,113-2-1026,0 2 1,0-1-1,1 1 0,-1 0 1,0 1-1,0-1 1,1 2-1,-1-1 0,1 1 1,0 0-1,0 1 1,0-1-1,0 1 0,1 1 1,-1-1-1,1 1 1,0 0-1,1 1 0,-1-1 1,0 3-114,-5 2 124,-6 10-14,1 1 0,1 1-1,0 0 1,2 1-1,1 1 1,1 0 0,0 1-1,2 0 1,1 0 0,1 1-1,1 0 1,2 0-1,0 0 1,2 1 0,1-1-1,1 16-109,0-19 5,2 0 0,0 0-1,1 0 1,1 0 0,1-1-1,1 0 1,1 0 0,1 0 0,1-1-1,1 0 1,1-1 0,1 0-1,0 0 1,1-2 0,10 11-5,2-1-9,1-2-1,2-1 1,0-1 0,1-1-1,2-1 1,0-2 0,1-2 0,1 0-1,0-2 1,2-2 0,0-1 0,0-2-1,1-1 1,0-2 0,1-1-1,-1-2 1,1-2 0,0-1 0,1-2-1,-1-1 1,7-3 9,-24 2 8,1 0-1,0-2 0,-1-1 1,0 0-1,0-1 1,0-2-1,-1 0 0,0 0 1,-1-2-1,0-1 1,0 0-1,-1-1 0,0-1 1,-1 0-1,-1-1 1,0-1-1,-1 0 0,-1-1 1,0-1-1,4-8-7,14-27 16,-1-1 0,-3-2 0,-3-1 0,-2-1 0,-2-1 0,-3 0 0,0-11-16,-7 26 3,-2 0 1,-2 0-1,-2 0 0,-2-1 0,-2-15-3,-4 30-26,-2 0 1,-1 0-1,-2 1 0,0 0 0,-2 1 0,-1 0 0,-2 0 0,0 1 1,-1 1-1,-2 1 0,-1 0 0,0 1 0,-2 1 0,0 1 1,-2 0-1,0 2 0,-1 1 0,-1 0 0,-1 2 0,0 1 1,-1 1-1,-1 1 0,0 1 0,-25-7 26,23 10-9,-1 2-1,0 1 0,-1 1 1,1 1-1,-1 2 1,0 1-1,-3 1 10,14 2-228,0 0 0,0 2 0,0 0-1,1 1 1,-1 1 0,1 1-1,1 0 1,-1 1 0,1 2 0,1-1-1,0 2 1,0 0 0,1 2-1,1-1 1,0 2 0,0 0 0,-2 5 228,-56 53-5394</inkml:trace>
  <inkml:trace contextRef="#ctx0" brushRef="#br1" timeOffset="430568.069">1260 963 2873,'0'0'1545,"0"0"-112,0 0-53,0 0-205,-12-26 17,-37-80-60,32 75 118,17 43-417,1-5-982,64 240 1589,25 260-628,-63-320-658,-25-178-146,-3-5-9,1 0 1,0 0 0,0-1 0,0 1-1,1 0 1,-1 0 0,1 0-1,0-1 1,0 1 0,0 0-1,1-1 1,-1 1 0,1-1-1,0 0 1,0 1 0,0-1 0,0 0-1,1 0 1,-1 0 0,1-1-1,0 1 1,0-1 0,0 1-1,0-1 1,0 0 0,0 0-1,1 0 1,-1-1 0,1 1 0,1 0 0,206-5 8,56-70-551,-182 31-1996,-38 5-1980,-30 11-1845</inkml:trace>
  <inkml:trace contextRef="#ctx0" brushRef="#br1" timeOffset="430935.587">2013 1278 4433,'0'0'1191,"0"0"0,0 0 66,0 0-287,0 0-189,0 0 10,-15-2-107,5 0-585,8 1-86,1 1 0,-1-1 0,0 0 0,1 0 1,-1 1-1,0-1 0,0 1 0,0-1 0,0 1 1,1 0-1,-1 0 0,0 0 0,0 0 0,0 0 1,0 0-1,0 0 0,0 1 0,1-1 0,-1 1 1,0-1-1,0 1 0,0 0 0,1 0 1,-1 0-1,1 0 0,-1 0 0,0 0 0,1 0 1,0 0-1,-1 1 0,1-1 0,0 0 0,-1 1 1,1-1-1,0 1 0,0 0 0,0-1 0,1 1 1,-1 0-1,0 0 0,1-1 0,-1 1 0,1 0 1,-1 0-1,1 0 0,0 0 0,0 0-13,0 14 75,-1-1-30,0 0 0,2 0 0,0 0 0,1 0 0,0 0-1,1 0 1,1 0 0,0 0 0,6 11-45,-7-17 0,1 0 1,1 1-1,-1-2 1,1 1-1,1-1 0,0 1 1,0-1-1,0-1 1,1 1-1,1-1 1,-1-1-1,1 1 0,0-1 1,0-1-1,1 1 1,-1-1-1,1-1 0,0 0 1,1 0-1,-1-1 1,1 0-1,0 0 0,-1-1 1,1 0-1,0-1 1,0 0-1,-3-2-6,-1 0 0,1-1 0,-1 1-1,0-1 1,1 0 0,-1-1 0,0 1 0,0-1 0,-1-1 0,1 1 0,-1-1 0,1 0 0,-1 0 0,0 0 0,-1-1 0,1 1 0,-1-1 0,0-1 0,0 1 0,0 0 0,-1-1 0,3-5 6,48-145 209,-48 2-59,-5 146-133,-1 0-1,0 0 0,-1 1 0,1-1 1,-1 0-1,-1 0 0,0 1 0,0-1 1,0 1-1,-1-1 0,0 1 0,0 0 0,-1 0 1,0 1-1,0-1 0,-1 1 0,0 0 1,0 0-1,0 0 0,-1 0 0,0 1 1,0 0-1,0 1 0,0-1 0,-1 1 1,0 0-1,0 1 0,0-1 0,0 2 1,-1-1-1,1 1 0,-1 0 0,1 0 1,-2 1-17,0-1-19,-1 1 0,0 0 0,0 1 1,0 0-1,1 0 0,-1 1 1,0 1-1,0-1 0,1 2 0,-1-1 1,1 1-1,0 1 0,0 0 1,0 0-1,0 0 0,1 1 1,-1 1-1,1-1 0,1 1 0,-1 1 1,1 0-1,0 0 0,1 0 1,-1 0-1,1 1 0,1 0 0,0 1 1,0-1-1,0 1 0,1 0 1,0 0-1,1 0 0,0 1 1,1-1-1,0 1 0,0 0 0,1-1 1,0 1-1,1 0 0,0 3 19,1-6-222,0 0 0,1 0-1,0 0 1,0-1-1,0 1 1,1 0 0,0-1-1,0 1 1,1-1-1,0 0 1,0 0 0,0-1-1,1 1 1,0-1-1,0 0 1,0 0 0,2 1 222,44 28-3700</inkml:trace>
  <inkml:trace contextRef="#ctx0" brushRef="#br1" timeOffset="431290.146">2635 975 3961,'0'0'2236,"0"0"-987,0 0-155,0 0-381,-19 28-232,-63 93-74,75-111-346,1 1 0,1-1 0,0 1 0,0 0 0,1 0 0,0 1 0,1-1 0,0 1 0,1-1 0,1 1 0,0 0 0,0 0 0,1 0 0,1 6-61,-1 4 71,-1-14-58,1 0 0,0 0-1,0 0 1,1 0-1,0 0 1,1-1 0,-1 1-1,2 0 1,-1-1 0,1 1-1,0-1 1,0 0-1,1 0 1,0 0 0,0-1-1,1 1 1,-1-1 0,2 0-1,-1 0 1,0 0-1,1-1 1,0 0 0,1 0-1,-1-1 1,1 0 0,0 0-1,0 0 1,2 0-13,-1-1-20,1 1 1,-1-2-1,1 1 0,0-1 1,0-1-1,0 1 1,0-1-1,0-1 0,0 0 1,0 0-1,0-1 1,0 0-1,0-1 0,0 1 1,-1-2-1,1 1 1,0-1-1,-1-1 0,0 0 1,0 0-1,0 0 1,0-1-1,-1 0 1,1-1-1,-1 1 0,5-7 20,5-9 101,-1 0 0,-1-1 0,0 0-1,-2-1 1,-1-1 0,-1 0-1,-1 0 1,-1-1 0,-1-1 0,-1 1-1,-2-1 1,0-1 0,-2 1 0,-1 0-1,-1-1 1,-1 1 0,-3-18-101,2 38 13,-1 0 0,0 1-1,0-1 1,-1 1 0,0 0 0,0 0 0,0 0 0,0 0 0,-1 0 0,0 0 0,0 1 0,0 0 0,0 0 0,-1 0-1,0 1 1,0-1 0,0 1 0,0 0 0,0 0 0,0 1 0,-1 0 0,1 0 0,-1 0 0,0 0 0,0 1-1,1 0 1,-1 0 0,0 1 0,0 0 0,0 0 0,0 0 0,0 1 0,0-1 0,0 2 0,1-1 0,-1 0 0,0 1-1,-4 2-12,6-3-88,-1 1-1,1-1 1,0 1-1,0 0 0,0 0 1,1 0-1,-1 0 0,0 0 1,1 1-1,0 0 0,-1 0 1,1 0-1,0 0 0,0 0 1,1 1-1,-1-1 1,1 1-1,0 0 0,0 0 1,0-1-1,0 1 0,0 1 1,0 2 88,-8 63-4307,10-38-2165</inkml:trace>
  <inkml:trace contextRef="#ctx0" brushRef="#br1" timeOffset="431951.278">3202 704 4329,'0'0'1310,"0"0"-41,0 0 65,0 0-258,0 0-351,0 0-186,0 8 184,43 100-147,285 834 736,-216-700-1346,-57-167-3134,-53-74 475</inkml:trace>
  <inkml:trace contextRef="#ctx0" brushRef="#br1" timeOffset="432242.39">3225 995 3937,'0'0'1077,"0"-26"-266,3-88-60,-1 102-632,1 0 1,1 0-1,0 0 0,0 1 1,1 0-1,1-1 0,0 2 1,0-1-1,1 1 0,1 0 1,-1 0-1,2 1 0,-1 0 1,1 1-1,1 0 0,-1 0 1,1 1-1,1 0 0,-1 1 1,1 0-1,0 0 0,0 2 0,1-1 1,0 1-1,0 1 0,0 0 1,0 1-1,0 0 0,0 1 1,0 0-1,1 1 0,-1 0 1,0 1-1,1 0 0,-1 1 1,2 1-120,-8-2 48,0 1 0,1 0 0,-1 0 1,0 0-1,0 1 0,0-1 0,0 2 1,-1-1-1,1 1 0,-1-1 0,0 2 1,0-1-1,0 0 0,0 1 0,-1 0 1,0 0-1,0 0 0,0 1 0,-1 0 1,0-1-1,0 1 0,0 0 0,0 0 1,-1 1-1,0-1 0,-1 0 0,0 1 1,0-1-1,0 1 0,0-1 0,-1 3-48,1 12 173,0 0-1,-2 0 1,0 0 0,-1-1-1,-2 1 1,0 0-1,-1-1 1,-1 0-1,-4 10-172,-9 14 110,-2-1 1,-2-1-1,-2-1 0,-1-2 0,-3 0 0,0-2 0,-35 33-110,-24-11-356,86-58 250,1-1 0,-1 0 0,1 0 0,-1 0 0,0 0 0,1 0 0,-1 0 0,1 0 0,-1-1 0,1 1 0,-1-1 0,1 1 0,-1-1 0,1 1-1,-1-1 1,1 0 0,0 0 0,-1 1 0,1-1 0,0 0 0,0 0 0,0 0 0,0-1 0,-1 1 0,2 0 0,-1 0 0,0-1 0,0 1 0,0 0 0,0-1 0,1 1 0,-1-1 0,1 1 0,-1-1 0,1 1 0,0-1 0,-1 1 0,1-1 0,0 1 0,0-1-1,0 0 107,-10-46-5626</inkml:trace>
  <inkml:trace contextRef="#ctx0" brushRef="#br1" timeOffset="438082.527">4050 377 840,'0'0'662,"0"0"-148,0 0 61,0 0 69,0 0 102,0 0 133,-12 1 148,-34 3-51,54-32 1312,-1 20-2072,14-32-6,-2 0 0,-1-1 0,-3-1 0,-1 0-1,2-18-209,-12 46-12,18-38 12,-22 52-7,0-1 0,0 0 0,1 0 0,-1 1 0,0-1 0,0 0 0,1 1 0,-1-1 0,1 0 0,-1 1 0,0-1 0,1 0 0,-1 1 0,1-1 0,0 1 0,-1-1 0,1 1 0,-1-1 0,1 1 0,0 0 0,-1-1 1,1 1-1,0 0 0,-1-1 0,1 1 0,0 0 0,0 0 0,-1 0 0,1 0 0,0-1 0,0 1 0,-1 0 0,1 0 0,0 0 0,0 1 0,0-1 0,-1 0 0,1 0 0,0 0 0,-1 1 0,1-1 0,0 0 0,0 1 1,-1-1-1,1 0 0,-1 1 0,1-1 0,0 1 0,-1-1 0,1 1 0,-1-1 0,1 1 0,-1-1 0,1 1 0,-1 0 0,1-1 0,-1 1 0,0 0 0,1-1 0,-1 1 0,0 0 0,0 0 0,0-1 0,1 1 0,-1 1 7,14 38 199,-1 0 0,-2 1-1,-2 0 1,-2 1-1,0 15-198,1-3 157,67 547 1358,-60-547-1569,-14-53 3,-1-1 0,0 1-1,1 0 1,-1-1 0,1 1-1,0-1 1,-1 1 0,1-1-1,-1 1 1,1-1 0,0 1-1,-1-1 1,1 0 0,0 1-1,-1-1 1,1 0 0,0 1-1,0-1 1,-1 0 0,1 0-1,0 0 1,0 0 0,0 0-1,-1 0 1,1 0 0,0 0-1,0 0 1,-1 0 0,1 0-1,0 0 1,0-1 0,-1 1-1,1 0 1,0-1-1,0 1 1,-1 0 0,1-1-1,-1 1 1,1-1 0,0 1-1,-1-1 1,1 1 0,-1-1-1,1 0 1,-1 1 0,1-1-1,-1 1 1,1-1 0,-1 0-1,0 0 1,1 1 0,-1-1-1,0 0 1,0 1 0,0-1-1,0 0 1,1 0 0,-1 0-1,0 1 1,0-1 0,0 0-1,0 0 1,-1 1 0,1-1 51,14-35-3844</inkml:trace>
  <inkml:trace contextRef="#ctx0" brushRef="#br1" timeOffset="438361.067">4724 633 7346,'0'0'1168,"0"0"-840,0 0-192,0 0 176,0 0-184,0 0-48,0 0-80,65-9-64,-51-26-768,-5 2-1065,-5-2-3576</inkml:trace>
  <inkml:trace contextRef="#ctx0" brushRef="#br1" timeOffset="438618.39">5251 244 5761,'0'0'808,"0"0"-496,0 0-55,0 0-25,0 0-88,0 0-144,0 0 0,39 32-881,-39-46-1415</inkml:trace>
  <inkml:trace contextRef="#ctx0" brushRef="#br1" timeOffset="438770.496">5719 23 5297,'0'0'992,"0"0"-680,0 0 0,0 0 105,0 0-217,0 0-144,0 0-56,56 0-713,-56-6-2543</inkml:trace>
  <inkml:trace contextRef="#ctx0" brushRef="#br1" timeOffset="480645.845">6407 3930 6377,'0'0'862,"0"0"-677,0 0-142,0 0 4,0 0-6,0 0 136,0 0 193,0 0 12,0 0-68,8 0 170,65 65 312,-11-19 185,-60-46-953,0 1 0,0-1 0,0 1 0,0-1 0,-1 0 0,1 1 0,0-1 0,0 0 0,0 0 1,0 0-1,0-1 0,0 1 0,-1 0 0,1-1 0,0 1 0,0-1 0,0 0 0,-1 0 0,1 1 0,0-1 0,-1 0 0,1 0 0,-1-1 0,1 1 0,-1 0 0,1 0 0,-1-1 1,0 1-1,0-1 0,0 1 0,0-1 0,0 0 0,0 1 0,0-1 0,0 0 0,-1 1 0,1-1 0,-1 0 0,1 0 0,-1 0 0,1-1-28,46-260 1370,46-420-441,-66 585-1182,-21 129-2203,-6 25-464,0 11-2374</inkml:trace>
  <inkml:trace contextRef="#ctx0" brushRef="#br1" timeOffset="481811.732">6538 7235 4161,'0'0'829,"0"0"-306,0 0-191,0 0 68,0 0-117,0 0-66,-3 11 85,3 72 887,3-77-1035,-1-2-75,-1 0 0,0 0 1,1-1-1,0 1 0,0 0 0,0-1 1,0 1-1,0-1 0,1 0 1,0 1-1,-1-1 0,1 0 0,0-1 1,1 1-1,-1-1 0,0 1 0,1-1 1,-1 0-1,1 0 0,0 0 0,0-1 1,0 0-1,2 1-79,-4-2 28,-1 0 0,1-1 0,0 0 0,-1 1 0,1-1 1,-1 0-1,1 1 0,0-1 0,-1 0 0,0 0 0,1-1 0,-1 1 0,0 0 0,1 0 1,-1 0-1,0-1 0,0 1 0,0-1 0,0 1 0,0-1 0,-1 1 0,1-1 0,0 0 1,-1 1-1,1-1 0,-1 0 0,1 1 0,-1-1 0,0 0-28,3-5 116,25-82 594,-3 0 1,-4-2-1,-1-25-710,6-21 217,-17 95-188,41-129-166,-50 171 90,0 1 0,0-1 0,0 1-1,0 0 1,0-1 0,0 1 0,1-1 0,-1 1 0,0 0-1,0-1 1,0 1 0,1-1 0,-1 1 0,0-1 0,0 1-1,1-1 1,-1 1 0,0-1 0,1 1 0,-1-1-1,1 1 1,-1-1 0,1 1 0,-1-1 0,1 0 0,-1 1-1,1-1 1,-1 0 0,1 0 0,-1 1 0,1-1 0,0 0-1,-1 0 1,1 0 0,-1 0 0,1 0 0,0 1-1,-1-1 1,1 0 0,-1-1 0,1 1 0,0 0 0,-1 0-1,1 0 1,-1 0 0,1 0 0,0-1 0,-1 1 0,1 0-1,-1 0 1,1-1 0,-1 1 0,1 0 0,-1-1-1,1 1 1,-1-1 47,10 55-2548,-8 14-2053</inkml:trace>
  <inkml:trace contextRef="#ctx0" brushRef="#br1" timeOffset="482515.465">6881 10270 3673,'0'0'837,"0"0"-254,0 0-171,0 0-148,0 0 43,0 0 300,10 3 113,27 14 17,-30-12-593,-1-1 0,1 0-1,-1 0 1,1-1 0,0 1-1,0-1 1,1-1 0,-1 0-1,0 0 1,1 0 0,0-1-1,-1 0 1,1 0 0,0-1-1,-1 0 1,1-1 0,0 1-1,-1-1 1,1-1 0,-1 1-1,1-2 1,-1 1 0,0-1-1,0 0 1,7-3-144,-2-8 158,-1-1 0,0 0 0,-1-1 0,-1 0 0,0-1 0,-1 0 0,-1 0-1,0 0 1,-1-1 0,1-10-158,8-19 160,91-239 187,-69 223-485,-37 63 103,1-1 1,0 0-1,0 0 1,0 0-1,0 1 1,0-1-1,0 1 0,1-1 1,-1 1-1,0-1 1,0 1-1,0 0 0,0-1 1,1 1-1,-1 0 1,0 0-1,0 0 0,1 0 1,-1 0-1,0 0 1,0 0-1,0 0 0,1 1 1,-1-1-1,0 0 1,0 1-1,0-1 1,0 1-1,1-1 0,-1 1 1,0-1-1,0 1 1,0 0-1,0 0 0,-1 0 1,1-1-1,0 1 1,0 0-1,0 0 0,-1 0 1,1 0-1,0 0 1,-1 0-1,1 1 1,-1-1-1,1 0 0,-1 0 1,0 0-1,1 0 1,-1 1 34,22 57-2960,-10 15-2894</inkml:trace>
  <inkml:trace contextRef="#ctx0" brushRef="#br1" timeOffset="487434.514">20464 12824 3369,'0'0'1616,"0"0"-493,0 0-455,0 0-284,0 0-213,0 0-83,-3-2-40,-4 0 2843,36 29-2827,7 9 50,25 18 355,-60-53-459,1 0 0,0-1 0,0 1 0,0 0 0,0-1 0,0 1 1,0-1-1,0 1 0,0-1 0,0 0 0,0 0 0,0 0 0,0 0 0,0 0 0,0-1 0,0 1 0,0-1 0,0 1 1,0-1-1,0 1 0,0-1 0,0 0 0,0 0 0,-1 0 0,1 0 0,0-1 0,-1 1 0,1 0 0,-1-1 0,1 1 1,-1-1-1,1 1 0,-1-1 0,0 0 0,0 1 0,0-1 0,0 0 0,0 0 0,0 0 0,-1 0 0,1 0-10,72-216 511,-36 87-360,-7 20-127,4 2 1,38-78-25,-41 139-2878,-28 46-2468</inkml:trace>
  <inkml:trace contextRef="#ctx0" brushRef="#br1" timeOffset="491931.251">982 12845 288,'0'0'552,"0"0"-472,0 0 0,0 0-64,0 0 96,0 0 48,-85-130-32,85 124 56,0 0-80,-3 6 24,3 0-128,0 0-632</inkml:trace>
  <inkml:trace contextRef="#ctx0" brushRef="#br1" timeOffset="493175.526">347 12088 1784,'0'0'953,"0"0"-359,0 0-107,0 0 5,0 0 46,0 0 95,0-7 39,0-35 1445,0 41-1542,-7-21 1142,-4 14-1643,0 1 1,-1 0-1,0 1 0,-1 0 0,1 1 0,-1 0 1,0 1-1,0 1 0,-1 0 0,1 1 0,-1 0 0,1 1 1,-1 0-1,0 1 0,1 1 0,-10 2-74,18-2 22,1 0 1,0 1-1,-1 0 0,1 0 0,0 0 1,0 1-1,0 0 0,1-1 0,-1 1 1,0 0-1,1 1 0,0-1 0,0 1 0,0-1 1,0 1-1,1 0 0,-1 0 0,1 0 1,0 0-1,0 0 0,0 1 0,1-1 1,0 1-1,0-1 0,0 1-22,-10 120 151,14-120-156,-1-1 0,1 1 0,0-1 0,1 0-1,-1 0 1,1-1 0,-1 1 0,1-1 0,0 1 0,1-1 0,-1 0 0,0-1 0,1 1 0,0-1-1,-1 0 1,1 0 0,0 0 0,0-1 0,0 0 0,0 0 0,0 0 0,1 0 0,-1-1 0,0 0-1,0 0 1,5-1 5,0 3-15,292 42 100,-299-43-78,0-1 0,0 1 0,0-1 0,0 1 0,-1 0 0,1 0 0,0 0 0,0 0-1,-1 1 1,1-1 0,0 1 0,-1 0 0,0 0 0,1 0 0,-1 0 0,0 0 0,0 0 0,0 1-1,0-1 1,0 0 0,-1 1 0,1 0 0,-1-1 0,0 1 0,0 0 0,0 0 0,0 0 0,0 0-1,0 0 1,-1 0 0,1 0 0,-1 0 0,0 0 0,0 0 0,0 0 0,-1 0 0,1 0 0,-1 0-1,1 0 1,-1 0-7,-3 5 37,1 0 0,-1 0 0,-1-1 0,0 1 0,0-1 0,0-1 0,-1 1 0,0-1 0,0 1 0,0-2 0,-1 1 0,0-1 0,0 0 0,-1 0 0,1-1 0,-5 2-37,-7 6 42,-20 13 18,-1-3 1,-1-1-1,-1-3 1,-1-1-1,0-1 1,-42 7-61,26-15-786,55-16-4578,4-5 1097</inkml:trace>
  <inkml:trace contextRef="#ctx0" brushRef="#br1" timeOffset="493682.54">658 11926 4569,'0'0'771,"0"0"-314,0 0 65,0 0 179,0 0 86,0 0 132,-3 10-78,-2 8-742,1 0-1,1 0 1,1 1-1,1-1 1,0 0-1,1 1 0,1-1 1,1 1-1,1-1 1,0 0-1,1 0 1,1 0-1,1-1 0,1 1 1,0-1-1,1-1 1,1 1-1,0-1 1,1-1-1,1 0 0,4 4-98,-13-16-2,1-1-1,-1 1 0,0-1 0,1 0 0,-1 0 0,1 0 0,0 0 1,0 0-1,0-1 0,0 1 0,0-1 0,0 0 0,0 0 0,0 0 0,0 0 1,1-1-1,-1 1 0,0-1 0,0 0 0,1 0 0,-1 0 0,0 0 1,1 0-1,-1-1 0,0 0 0,0 1 0,0-1 0,1 0 0,-1-1 1,0 1-1,0-1 0,-1 1 0,1-1 0,0 0 0,0 0 0,-1 0 0,1 0 1,-1 0-1,0-1 0,0 1 0,0-1 0,0 0 0,0 1 0,0-1 1,-1 0-1,1 0 0,0-2 3,11-28-100,-1-1 0,-1 0 0,-2-1 0,-2 0 0,-1-1-1,-1-4 101,2-5-295,-7 45 294,0 1 0,0-1 0,0 0 1,0 1-1,0-1 0,0 0 0,1 1 1,-1-1-1,0 0 0,0 1 0,1-1 0,-1 0 1,0 0-1,0 0 0,1 1 0,-1-1 1,0 0-1,0 0 0,1 0 0,-1 1 1,0-1-1,1 0 0,-1 0 0,0 0 1,1 0-1,-1 0 0,0 0 0,1 0 1,-1 0-1,0 0 0,1 0 0,-1 0 1,0 0-1,1 0 0,-1 0 0,0 0 1,1 0-1,-1 0 0,0 0 0,1-1 0,-1 1 1,0 0-1,1 0 0,-1 0 0,0 0 1,1-1-1,-1 1 0,0 0 1,0 0 1,19 66 198,57 136 107,-74-200-424,0 1-1,-1 0 1,1-1 0,0 1 0,1-1-1,-1 0 1,0 1 0,1-1-1,-1 0 1,1-1 0,0 1-1,0 0 1,-1-1 0,1 1-1,0-1 1,0 0 0,1 0 0,-1 0-1,0-1 1,0 1 0,0-1-1,0 1 1,1-1 0,1-1 118,11 1-2665</inkml:trace>
  <inkml:trace contextRef="#ctx0" brushRef="#br1" timeOffset="494146.345">1133 11363 6097,'0'0'634,"0"0"-145,5 35 495,35 225 797,-34-211-1465,38 155 579,-42-201-897,-1 0 0,1-1 0,0 1 0,-1-1 0,1 1 0,0-1 0,1 0 0,-1 0 0,0 0 0,1 0 0,-1 0 0,1 0 0,-1-1 0,1 1 0,0-1 0,0 0 0,0 0 0,-1 0 0,1 0 0,0 0 0,0-1 0,1 1 0,-1-1 0,0 0 0,0 0 0,0 0 0,0 0 0,0-1 0,0 1 0,0-1 0,0 0 0,1 0 2,93-37-55,-79 28 59,1 0 0,0 2 0,1 0 0,0 1 1,0 1-1,1 1 0,-1 0 0,1 2 0,0 1 0,1 0 0,-1 1 0,0 2 0,7 1-4,-24 0 22,0 1 0,0 0 0,0-1-1,-1 2 1,1-1 0,-1 0 0,0 1 0,0-1-1,0 1 1,-1 0 0,1 0 0,-1 0-1,0 1 1,0-1 0,0 0 0,-1 1-1,0-1 1,0 1 0,0-1 0,0 1 0,0 0-1,-1-1 1,0 1 0,0 0 0,0-1-1,-1 1 1,0 0 0,0-1 0,0 1 0,0-1-1,-1 1 1,1-1 0,-1 1 0,0-1-1,-1 0 1,1 0 0,-1 0-22,-9 16 94,-2-1 0,0-1 1,-2 0-1,0 0 0,0-2 1,-2 0-1,0-1 0,-1-1 0,0 0 1,-1-2-1,0 0 0,-1-1 0,-15 5-94,29-13-39,0 1 0,0-1 0,0-1 0,0 1 0,0-1 0,-1 0 0,1-1 0,-1 0 0,1 0 0,-1-1 0,1 0 0,-1 0 0,1 0 0,-1-1 0,1-1 39,5 1-105,0 0 1,1-1-1,-1 1 0,1-1 0,-1 1 1,1-1-1,-1 0 0,1 0 0,0 0 1,0 0-1,0 0 0,0 0 0,0 0 1,1 0-1,-1 0 0,0 0 0,1 0 1,0 0-1,-1-1 0,1 1 1,0 0-1,0 0 0,1 0 0,-1-1 1,0 1-1,1 0 0,-1 0 0,1 0 105,-1-8-585,0-39-2645,0 2-2406</inkml:trace>
  <inkml:trace contextRef="#ctx0" brushRef="#br1" timeOffset="494679.099">1712 11714 4089,'0'0'701,"0"0"-233,0 0 83,0 0 91,0 0 51,0 0 298,23 1 208,74 9-268,-93-9-880,0 1 1,1 0-1,-1 0 0,0 0 1,0 0-1,0 1 1,-1-1-1,1 1 0,-1 0 1,1 0-1,-1 1 1,0-1-1,0 0 0,0 1 1,-1 0-1,1 0 1,-1 0-1,0 0 0,1 1-51,7 12 184,101 191 874,-112-209-1069,1 1 0,0-1 0,-1 1 1,1-1-1,-1 1 0,1-1 0,0 0 1,-1 1-1,1-1 0,0 0 0,0 1 1,0-1-1,-1 0 0,1 1 1,0-1-1,0 0 0,0 1 0,0-1 1,0 0-1,0 1 0,0-1 0,1 0 1,-1 1-1,0-1 0,0 1 0,0-1 1,1 0-1,-1 1 0,0-1 0,1 1 1,-1-1-1,0 0 0,1 1 0,-1-1 1,1 1-1,-1-1 0,1 1 0,-1 0 1,1-1-1,-1 1 0,1-1 0,-1 1 1,1 0-1,0-1 0,-1 1 0,1 0 1,-1 0-1,1 0 0,0-1 1,-1 1-1,1 0 0,0 0 0,-1 0 1,1 0-1,0 0 0,-1 0 0,1 0 1,0 1-1,-1-1 0,1 0 0,0 0 1,-1 0-1,1 1 0,0-1 0,-1 0 1,1 1-1,-1-1 0,1 0 11,0-6 83,49-203-265,-50 208 181,0 0 0,0 0 0,0 0 0,0 0 0,0 0 0,0-1-1,0 1 1,0 0 0,0 0 0,0 0 0,0 0 0,1 0 0,-1 0 0,1 0 0,-1 0-1,0 0 1,1 0 0,0 0 0,-1 0 0,1 0 0,0 1 0,-1-1 0,1 0 0,0 0-1,0 1 1,-1-1 0,1 0 0,0 1 0,0-1 0,0 1 0,0-1 0,0 1 0,0-1-1,0 1 1,0 0 0,0-1 0,0 1 0,0 0 0,1 0 0,-1 0 0,0 0 0,0 0-1,0 0 1,0 0 0,0 0 0,0 0 0,0 1 0,0-1 0,0 0 0,0 1 0,0-1 0,0 1-1,0-1 1,0 1 0,0-1 0,0 1 0,0 0 0,0-1 0,-1 1 0,1 0 0,0 0-1,-1 0 1,1 0 0,0 0 0,0 0 1,5 20 89,-6-17-84,0-1 1,1 0-1,-1 0 0,1 0 0,0 1 0,0-1 0,0 0 1,0 0-1,0 0 0,1-1 0,0 1 0,-1 0 0,1 0 1,0-1-1,0 1 0,0-1 0,1 0 0,-1 1 0,1-1 1,-1 0-1,1 0 0,0-1 0,-1 1 0,1-1 0,0 1 1,0-1-1,0 0 0,0 0 0,0 0 0,1 0-5,82-24-73,-57 9 88,-24 11-12,1 1 1,-1 0 0,1 1 0,-1-1 0,1 1 0,0 0 0,-1 0 0,1 1 0,0 0 0,0 0 0,-1 0 0,1 1 0,0 0 0,0 0 0,-1 0 0,1 1-1,-1-1 1,1 2 0,-1-1 0,0 0 0,0 1 0,2 1-4,3 12 51,-1 1 1,-1 0-1,-1 0 0,0 1 0,-1 0 0,-1 0 1,-1 1-1,0-1 0,-2 1 0,0 0 0,-1-1 0,-1 19-51,3 15-80,-2-4-2820,-1-40-1650</inkml:trace>
  <inkml:trace contextRef="#ctx0" brushRef="#br1" timeOffset="494931.406">2570 11767 5953,'0'0'918,"0"0"-426,0 0 32,0 0 195,0 0 442,0 0 30,11 26-326,66 178 177,35 151-405,-81-295-2067,-30-64-1103,-1-16-1621</inkml:trace>
  <inkml:trace contextRef="#ctx0" brushRef="#br1" timeOffset="495165.623">2606 11381 6713,'0'0'1097,"0"0"-753,0 0-240,0 0-32,0 0-16,0 0-56,0 0-376,42 26-1233,-22-20-1399</inkml:trace>
  <inkml:trace contextRef="#ctx0" brushRef="#br1" timeOffset="495420.368">2940 11030 6329,'0'0'961,"0"0"-617,0 0 88,0 0 608,49 183 104,-23-89-200,7 18-247,0 12-313,3 8-144,0-2-24,-4-3-216,1-13 16,-3-10-16,-11-13-552,-9-20-889,-7-24-1023,-3-18-1601</inkml:trace>
  <inkml:trace contextRef="#ctx0" brushRef="#br1" timeOffset="495614.835">3074 11993 5601,'0'0'1088,"0"0"-511,0 0 407,0 0 48,0 0 520,0 0-551,0 0-433,151-106-288,-96 92-144,11 2-80,29-12-56,-13 10-1521,-17-4-3448</inkml:trace>
  <inkml:trace contextRef="#ctx0" brushRef="#br1" timeOffset="496467.816">435 13310 4889,'0'0'888,"0"0"-46,0 0-89,0 0-133,0 0-197,0 0-216,-1-7 448,39-56 394,34-35-725,-69 97-323,-1 0 0,1 0 0,0 0 0,0 0 1,0 0-1,0 1 0,0-1 0,0 1 0,0 0 0,0 0 0,0 0 0,0 0 0,0 1 0,0-1 0,0 1 0,-1 0 0,1 0 0,0 0 0,0 0 0,0 0 0,-1 0 0,1 1 0,-1 0 0,1-1 0,-1 1 1,0 0-1,1 0 0,-1 0 0,0 0 0,0 1 0,-1-1 0,1 1 0,0-1 0,-1 1 0,1-1 0,-1 1 0,0 0 0,0 0 0,0-1 0,0 1 0,-1 0 0,1 3-1,20 47 189,-3 2 0,-2 0-1,-3 1 1,-2 0 0,-2 3-189,-3-24 51,44 262 189,-49-292-301,20 23-1073,-12-41-1980,-4-22-3722</inkml:trace>
  <inkml:trace contextRef="#ctx0" brushRef="#br1" timeOffset="496710.854">1139 13502 9298,'0'0'1128,"0"0"-856,0 0-160,0 0-112,0 0-400,0 0-624,0 0-1264</inkml:trace>
  <inkml:trace contextRef="#ctx0" brushRef="#br1" timeOffset="498115.071">1195 13632 264,'0'0'886,"0"0"30,0 0 29,0 0-55,0 0-70,0 0-57,1-11-76,1-2-435,1-28 2640,-25 64-2381,-5 11-223,27-32-323,0-2 9,3 0 72,-1 0 1,0-1-1,1 1 0,-1 0 1,0-1-1,1 0 0,-1 1 1,0-1-1,0 0 0,0 0 1,0 0-1,0 0 0,0-1 1,0 1-1,0 0 0,0-1 1,-1 0-1,1 1 0,0-1 1,-1 0-1,1 0 1,-1 0-1,0 0 0,0 0 1,0 0-1,0 0 0,0 0 1,0 0-1,0 0 0,-1-1 1,1 1-1,-1 0 0,0-1 1,1 1-1,-1 0 0,0-1 1,-1 1-1,1 0 1,0-1-1,-1 1 0,1-1-46,15 3-3643,-11 0-1042</inkml:trace>
  <inkml:trace contextRef="#ctx0" brushRef="#br1" timeOffset="498881.255">2167 12656 4313,'0'0'832,"0"0"-202,0 0 226,0 0-93,0 0-107,0 0-131,-25 2-37,-82 13-100,102-14-354,-1 1 0,1 0-1,0 0 1,0 1-1,0 0 1,0 0-1,0 0 1,1 0 0,-1 1-1,1-1 1,0 1-1,0 0 1,1 1 0,-1-1-1,1 1 1,0-1-1,0 1 1,0 0 0,-1 3-34,-4 6 87,-6 16 12,1-1 1,2 1 0,1 1-1,1 0 1,2 1 0,1-1-1,2 1 1,1 0-1,1 1 1,2-1 0,3 30-100,-3-50 23,-2-2-22,1 0 0,0 1 0,1-1 0,0 0 0,1 0 0,0 0 0,0 0 0,1 0 0,0 0 0,1 0 0,0-1 0,0 1-1,1-1 1,1 1 0,0-2 0,0 1 0,0 0 0,1-1 0,0 0 0,1 0 0,0-1 0,0 0 0,1 0 0,0 0 0,0-1 0,0-1 0,1 1 0,-1-1 0,2-1 0,-1 1 0,0-2 0,1 1 0,-1-1 0,2-1-1,-2 0-59,0-2 0,0 1 0,0-1 0,0 0 0,0-1-1,0 0 1,0-1 0,0 0 0,-1 0 0,1-1 0,-1 0 0,1 0 0,-1-1 0,0 0 0,0 0-1,0-1 1,-1 0 0,0-1 0,0 0 0,0 0 0,-1 0 0,1-2 59,109-169-4240,-75 94 1436</inkml:trace>
  <inkml:trace contextRef="#ctx0" brushRef="#br1" timeOffset="499233.286">2537 12751 4785,'0'0'1034,"0"0"-398,0 0-287,0 0-35,0 0 22,0 0 54,-22 15 153,-68 54 109,86-66-587,1 0 0,-1 0 0,1 1-1,-1-1 1,1 1 0,0 0 0,1 0 0,-1 0 0,1 0-1,-1 0 1,1 0 0,0 1 0,1-1 0,-1 1-1,1 0 1,0-1 0,0 1 0,0 2-65,-1 7 119,-6 146 642,7-156-766,1 0 0,-1-1 0,1 1 0,-1 0-1,1 0 1,0-1 0,1 1 0,-1 0 0,0-1 0,1 1-1,0 0 1,0-1 0,0 1 0,1-1 0,-1 1 0,1-1-1,0 0 1,-1 1 0,2-1 0,-1 0 0,0 0 0,1-1-1,-1 1 1,1 0 0,0-1 0,-1 0 0,1 1-1,1-1 1,-1 0 0,0-1 0,0 1 0,1 0 0,-1-1-1,1 0 1,-1 0 0,1 0 0,0 0 0,-1-1 0,1 1-1,0-1 1,-1 0 0,4 0 5,-2-3-9,0 1 0,-1-1 0,0-1 0,1 1 0,-1-1 0,0 1 0,0-1 0,-1 0 0,1-1 0,-1 1 0,0-1 0,0 1 0,-1-1 0,1 0 0,-1 0 0,0 0 0,0 0 0,-1 0 0,1-2 9,6-13 7,83-170 136,-89 188-144,-1 0 0,1 0 0,0 0 0,0 0 0,0 1 0,1-1 0,-1 1 0,0-1 0,1 1 0,-1 0 1,0 0-1,1 0 0,0 0 0,-1 0 0,1 1 0,-1-1 0,1 1 0,0 0 0,-1 0 0,1 0 0,0 0 0,-1 0 1,1 0-1,0 1 0,-1-1 0,1 1 0,0 0 0,-1 0 0,1 0 0,-1 0 0,0 0 0,1 0 0,-1 1 0,0-1 1,0 1-1,1 0 0,-1-1 0,-1 1 0,1 0 0,0 0 0,0 1 0,-1-1 0,1 0 0,-1 0 0,0 1 0,0-1 1,0 1-1,1 0 1,57 188-2294,-52-160 97</inkml:trace>
  <inkml:trace contextRef="#ctx0" brushRef="#br1" timeOffset="499532.91">2904 12774 6377,'0'0'937,"0"0"-601,52 189 264,-22-86-96,-1 12-168,4 6 160,-7-1-136,0-2-48,-3-15-48,-3-20-112,-4-27-152,-6-21 0,-4-23-376,-2-12-904,-4-9-913,0-53 1009,-17 6-936,-6-3 119</inkml:trace>
  <inkml:trace contextRef="#ctx0" brushRef="#br1" timeOffset="499782.66">2976 13251 1544,'0'0'1335,"0"0"-216,-1-26-259,1-85-114,0 104-682,1 0 0,-1 0 0,1 0 0,1 0 0,-1 0 0,1 0 0,1 0 0,-1 1 0,1-1 0,0 1 0,0 0 0,1-1 1,0 2-1,0-1 0,0 0 0,1 1 0,0 0 0,0 0-64,10-12 116,-10 10-61,1 1 0,0-1 0,1 1-1,-1 0 1,1 1 0,0 0-1,0 0 1,1 0 0,0 1-1,0 0 1,0 1 0,0 0-1,0 0 1,1 0 0,-1 1-1,1 1 1,-1-1 0,1 1-1,0 1 1,7 0-55,-13 2 65,0 0 0,0 0 0,0 0 1,-1 0-1,1 0 0,-1 1 0,0-1 0,0 1 0,0 0 1,0-1-1,0 1 0,0 0 0,-1 0 0,1 0 0,-1 1 0,0-1 1,0 0-1,0 0 0,0 1 0,-1-1 0,1 0 0,-1 1 0,0-1 1,0 1-1,0-1 0,-1 0 0,1 1 0,-1 1-65,1 1 90,2 12-38,-1 1 0,-1 0 0,0 0 0,-2-1 0,0 1 0,-1-1 0,0 1 0,-2-1 0,0 0 0,-1-1 0,-1 1 0,-1-1 0,0 0 0,-4 4-52,9-18-211,1 1 0,-1-1 0,0-1-1,1 1 1,-1 0 0,-1-1 0,1 1 0,0-1 0,0 0 0,-1 0 0,0-1 0,1 1-1,-1 0 1,0-1 0,1 0 0,-1 0 0,0 0 0,0-1 0,0 1 0,0-1-1,0 0 1,0 0 0,-1 0 211,-16 0-3705</inkml:trace>
  <inkml:trace contextRef="#ctx0" brushRef="#br1" timeOffset="500032.92">3241 12356 6065,'0'0'1073,"0"0"-705,0 0-192,0 0 136,46 168 72,-27-92-16,-2 10 120,6 2-104,-4 6-64,4 1-120,0-7-152,-6 1-48,-4-22-184,-13-14-928,0-20-448,0-16-1297</inkml:trace>
  <inkml:trace contextRef="#ctx0" brushRef="#br1" timeOffset="500218.638">3166 12854 6793,'0'0'985,"0"0"-817,0 0-104,0 0 96,0 0-56,173-47-48,-124 35-32,0 3-24,-3 6-120,7 3-528,-8 0-673,-12 0-799</inkml:trace>
  <inkml:trace contextRef="#ctx0" brushRef="#br1" timeOffset="500834.981">3637 12801 3265,'0'0'1201,"0"0"-43,0 0-129,0 0-231,0 0-105,2 31-114,8 102-81,27-43 55,-27-77-457,-8-9-81,0 0 0,1 0-1,-1 0 1,1 0 0,0 0-1,0 0 1,0-1 0,1 1 0,-1-1-1,1 0 1,0 0 0,0-1-1,0 1 1,0-1 0,0 0 0,1 0-1,-1 0 1,0 0 0,1-1-1,0 0 1,-1 0 0,1 0 0,0 0-1,0-1 1,-1 0 0,1 0 0,3 0-15,-5-3 11,-1 0 0,1 0 0,0-1 0,-1 1 0,0 0 0,0-1 0,0 0 0,0 1 1,-1-1-1,1 0 0,-1 0 0,0 0 0,0 0 0,0 0 0,-1 0 0,1 0 0,-1 0 0,0 0 1,-1-3-12,2-2 19,3-284-84,4 294-237,50 101 595,36 107 565,-94-230-695,-34-195-388,32 82 199,4 132 27,0-1 0,-1 1 0,1-1 0,0 1-1,0 0 1,0 0 0,1 0 0,-1 0 0,0 0-1,1 0 1,0 0 0,-1 1 0,1 0 0,0-1-1,-1 1 1,1 0 0,0 0 0,0 1-1,0-1 1,0 0 0,0 1 0,0 0 0,0 0-1,0 0 1,0 0 0,0 0 0,0 1 0,0-1-1,0 1 1,0 0 0,0 0 0,0 0 0,-1 0-1,1 0 1,0 1 0,0-1 0,-1 1 0,1 0-1,-1-1 1,0 1 0,0 0 0,1 1-1,6 6 24,0-1 0,1 0 0,0 0-1,0-1 1,0-1 0,1 1 0,0-2 0,0 0 0,1 0 0,-1-1 0,1 0 0,0-1 0,0 0 0,1-1 0,-1-1 0,0 0 0,1 0-1,9-2-23,-19 0 3,-1 0-1,1-1 1,-1 1-1,0-1 1,0 1-1,0-1 0,0 0 1,0 0-1,0 0 1,0 0-1,-1 0 0,1-1 1,-1 1-1,0 0 1,1-1-1,-1 1 0,0-1 1,0 1-1,-1-1 1,1 0-1,0 1 1,-1-1-1,0 0 0,0 0 1,0 1-1,0-1 1,0 0-1,0 1 0,0-1 1,-1 0-1,0 1 1,0-2-3,1-7 59,-1 9-58,0 1 1,0-1 0,0 0 0,0 1-1,0-1 1,0 1 0,-1-1 0,1 1-1,0 0 1,-1 0 0,0 0 0,1 0 0,-1 0-1,1 0 1,-1 0 0,0 0 0,0 0-1,1 1 1,-1-1 0,0 1 0,0-1-1,0 1 1,0 0 0,0 0 0,0 0 0,0 0-1,1 0 1,-1 0 0,0 0 0,0 1-1,0-1 1,0 1 0,0-1 0,1 1-1,-1 0 1,0 0 0,0 0 0,1 0 0,-1 0-1,1 0 1,-1 0 0,1 0 0,-1 1-1,1-1 1,0 0 0,0 1 0,0-1-1,-1 1 1,1 0-2,-5 14 41,1 0 0,1 1 0,1-1-1,0 1 1,1-1 0,0 1 0,2 0 0,0 0 0,1 11-41,0 2 83,-1-21-73,-1 0-5,0 1 0,1-1 0,0 1 0,0-1 1,1 1-1,1-1 0,0 0 0,0 1 1,0-1-1,1 0 0,1 0 0,0-1 1,0 1-1,0-1 0,1 0 0,2 3-5,-6-10-54,-1 0 0,1 0 0,0 0 0,-1-1 0,1 1-1,0 0 1,0 0 0,0-1 0,-1 1 0,1-1 0,0 1-1,0-1 1,0 1 0,0-1 0,0 1 0,0-1 0,0 0 0,0 1-1,0-1 1,0 0 0,0 0 0,0 0 0,0 0 0,0 0 0,0 0-1,0 0 1,0 0 0,0 0 0,0-1 0,0 1 0,0 0-1,0-1 1,0 1 0,0-1 0,0 1 0,0-1 0,0 1 0,0-1-1,0 1 1,-1-1 0,1 0 0,0 0 0,-1 1 0,1-1-1,0 0 1,-1 0 0,1 0 0,0-1 54,21-54-3495,-17 40 2324,8-23-1468</inkml:trace>
  <inkml:trace contextRef="#ctx0" brushRef="#br1" timeOffset="501631.366">5091 12191 5177,'0'0'1315,"0"0"-72,0 0-71,0 0-21,-29-17-291,-92-48-176,118 64-660,0-1 0,0 1 0,0 0 0,0 0-1,0 0 1,0 0 0,0 0 0,0 1 0,-1-1-1,1 1 1,0 0 0,0 0 0,-1 0-1,1 1 1,0-1 0,0 1 0,-1 0 0,1-1-1,0 1 1,0 1 0,0-1 0,0 0 0,0 1-1,1 0 1,-1-1 0,0 1 0,1 0-1,-1 0 1,1 1 0,0-1 0,-1 0 0,1 1-1,0 0 1,0 0-24,-5 5 52,-1 1-19,0-1 1,1 1 0,0 1 0,0-1-1,1 1 1,1 0 0,-1 1 0,2-1-1,-1 1 1,2 0 0,-1 0 0,1 1-1,1-1 1,0 0 0,1 1 0,0 0-1,1-1 1,0 1 0,0 0-1,3 7-33,0-13 0,1 1 0,1-1 0,-1 0 0,1 0-1,0-1 1,0 1 0,1-1 0,0 0 0,0-1-1,0 1 1,0-1 0,1 0 0,-1-1 0,1 1-1,0-1 1,0-1 0,0 1 0,1-1 0,2 0 0,-1 1-1,282 114-23,-282-113 35,-1 0 0,0 0 0,0 1-1,0 0 1,-1 1 0,0 0 0,0 0-1,0 1 1,-1-1 0,0 1 0,0 1-1,-1-1 1,0 1 0,0 0 0,-1 0-1,0 1 1,0-1 0,-1 1 0,3 8-11,-5-1 37,1 0 1,-2 0 0,0 0-1,-1 0 1,-1 0 0,0 0-1,-1-1 1,-1 1 0,0-1-1,-1 0 1,-1 0 0,0 0-1,-1-1 1,0 1 0,-2-2-1,1 1 1,-2-1 0,0-1-1,0 0 1,-1 0 0,0-1-1,-1 0 1,-1-1 0,0-1-1,0 0 1,0 0 0,-1-1-1,-11 4-37,19-8-123,0-1-1,-1 1 0,0-1 1,1 0-1,-1-1 0,0 1 0,0-1 1,0-1-1,-1 1 0,1-1 1,0-1-1,0 1 0,-1-1 1,1-1-1,0 1 0,-1-1 0,1 0 1,0-1-1,0 0 0,0 0 1,0 0-1,0-1 0,0 0 1,1 0-1,-1-1 0,1 0 0,0 0 1,0 0-1,0-1 124,-18-33-3067</inkml:trace>
  <inkml:trace contextRef="#ctx0" brushRef="#br1" timeOffset="501905.869">5408 12536 4121,'0'0'1044,"0"0"-16,0 0-113,0 0 108,0 0 336,0 0-224,-4 16-368,-33 195 574,46-28-743,-8-176-597,0 0 0,1 0 0,0-1 0,0 1 0,1-1 0,0 1 0,0-1 1,0 0-1,1 0 0,0 0 0,0-1 0,0 1 0,1-1 0,0 0 0,0 0 1,0-1-1,1 1 0,-1-1 0,1-1 0,0 1 0,0-1 0,0 0 0,1 0 1,6 2-2,-8-4-127,0 0 0,0 0 0,0-1 1,0 0-1,0 0 0,0 0 0,0 0 1,0-1-1,0 0 0,0 0 0,0 0 1,0 0-1,0-1 0,0 0 0,-1 0 1,1 0-1,-1-1 0,1 1 0,-1-1 1,0 0-1,0-1 0,0 1 0,-1 0 1,1-1-1,-1 0 0,0 0 0,1-1 127,24-41-3838</inkml:trace>
  <inkml:trace contextRef="#ctx0" brushRef="#br1" timeOffset="502249.695">5686 12642 5953,'0'0'1062,"0"0"-101,0 0-2,0 0-71,0 0-286,0 0-163,24 25-133,76 77-91,-99-100-212,1 0 0,-1 0-1,0 0 1,1 0 0,-1-1 0,1 1-1,-1 0 1,1-1 0,0 0 0,0 1-1,-1-1 1,1 0 0,0 0 0,0 0-1,1 0 1,-1 0 0,0 0 0,0-1-1,0 1 1,0-1 0,1 1 0,-1-1-1,0 0 1,0 0 0,1 0 0,-1 0-1,0 0 1,0-1 0,1 1 0,-1-1-1,1 0-2,2-1 11,-2 0 9,0-1 0,0 0-1,-1 0 1,1 0 0,-1 0 0,1-1-1,-1 1 1,0 0 0,0-1 0,-1 0 0,1 1-1,-1-1 1,0 0 0,0 0 0,0 0-1,0 0 1,-1 0 0,0 0 0,1 0-1,-2 0 1,1-4-20,0 4 27,2-3-23,0-1 0,0 0 0,-1 1 0,0-1 0,0 0 0,-1 0 0,0 1 0,0-1 0,-1 0 0,0 0 0,0 1 0,-1-1 0,0 1 0,0-1 0,-1 1 0,0 0 0,-1 0 0,1 0 0,-1 0 0,0 0 0,-1 1 1,0 0-1,0 0 0,0 0 0,-1 1 0,1-1 0,-1 2 0,-1-1 0,1 0 0,-1 1 0,-2-1-4,7 4-2,0 0-1,0 1 1,0-1-1,0 0 1,0 1 0,0 0-1,0 0 1,-1-1-1,1 1 1,0 0 0,0 1-1,0-1 1,0 0 0,0 1-1,0-1 1,0 1-1,0-1 1,0 1 0,0 0-1,0 0 1,0 0 0,0 0-1,0 0 1,1 0-1,-1 1 1,0-1 0,1 1-1,-1-1 1,1 1 0,0-1-1,-1 1 1,1 0-1,0 0 1,0 0 0,0 0-1,0 1 3,-8 80 193,9-76-176,-2 24 96,3 0 0,0 0 0,2-1 0,1 1 0,2-1 0,1 0 0,1 0 0,6 12-113,-12-38-39,1 7-54,0-1-1,1 0 1,0 0-1,0 0 1,1-1 0,0 1-1,1-1 1,0 0-1,1-1 1,0 0 0,0 0-1,1 0 1,-1-1-1,2 0 1,-1 0 0,1-1-1,0 0 1,4 2 93,2-7-2538</inkml:trace>
  <inkml:trace contextRef="#ctx0" brushRef="#br1" timeOffset="502646.488">6066 12648 6793,'0'0'931,"0"0"-356,0 0-36,0 0-8,0 0 65,0 0-49,23 19-98,73 58-82,-93-75-351,0 1 1,1-1 0,-1 1-1,1-1 1,0 0-1,0-1 1,0 1 0,0-1-1,0 1 1,0-1-1,0-1 1,0 1 0,0 0-1,1-1 1,-1 0-1,0 0 1,0 0 0,1-1-17,11 0 35,-11 1-19,0-1-1,0 1 0,0-2 1,0 1-1,0 0 0,-1-1 0,1 0 1,0 0-1,-1 0 0,1-1 0,-1 0 1,0 1-1,0-1 0,0-1 0,0 1 1,-1-1-1,1 1 0,-1-1 0,0 0 1,0 0-1,0-1 0,0 1 0,-1 0 1,0-1-1,0 0 0,0 1 0,-1-1 1,1 0-1,-1 0 0,0 0 0,0 0 1,-1 0-1,0 0 0,0-2-15,2 3 14,0-1-1,-1 1 1,0-1-1,0 0 1,0 1-1,0-1 1,-1 0-1,1 1 1,-1-1-1,-1 0 1,1 0-1,-1 1 1,1-1-1,-1 0 1,-1 1 0,1-1-1,-1 1 1,0-1-1,0 1 1,0 0-1,0 0 1,-1 0-1,1 0 1,-1 0-1,0 0 1,-1 1-1,1 0 1,0-1-1,-1 1 1,0 0-1,0 1 1,0-1-1,0 1 1,0 0-1,0 0 1,-1 0-1,0 0-13,-1 1 5,0 0 0,1 0-1,-1 1 1,0 0 0,0 0-1,0 0 1,0 1 0,0 0 0,1 0-1,-1 0 1,0 1 0,1 0-1,-1 0 1,1 0 0,0 1-1,0-1 1,0 1 0,0 1-1,0-1 1,0 1 0,1 0-1,0 0 1,0 0 0,0 0 0,0 1-1,1 0 1,-1-1 0,1 1-1,1 1 1,-1-1 0,1 0-1,-1 1 1,2-1 0,-1 1-1,0 2-4,-3 10 25,0 1 0,2-1-1,0 1 1,1-1-1,1 1 1,1 0 0,0-1-1,2 1 1,0 0-1,1-1 1,1 0 0,0 1-1,1-1 1,2-1-1,-1 1 1,2-1 0,0 0-1,2-1 1,-1 0 0,13 14-25,-13-20-24,0 0 1,1 0 0,0-1-1,0-1 1,1 0 0,0 0 0,1-1-1,0 0 1,0-1 0,0-1 0,1 0-1,7 2 24,52-17-3288,-50-13-2105</inkml:trace>
  <inkml:trace contextRef="#ctx0" brushRef="#br1" timeOffset="503012.768">6567 12630 216,'0'0'4932,"0"0"-3157,0 0-848,0 0-287,0 0-208,0 0-68,-11-2 153,-35-1 221,43 4-691,0 1-1,0 0 1,1-1 0,-1 1-1,0 0 1,1 0 0,-1 1-1,1-1 1,0 1 0,0-1-1,0 1 1,0-1 0,0 1-1,0 0 1,1 0 0,-1 0-1,1 0 1,0 0 0,0 1-1,0-1 1,1 0 0,-1 0-1,1 1 1,-1-1 0,1 0 0,0 1-1,1 1-46,-4 5 6,0 1 0,1-1 0,0 1 0,1 0 0,1 0 0,0 0 0,0 0 0,1-1 0,0 1 0,1 0 0,0 0 0,0-1 0,2 1 0,-1-1 0,1 0 0,1 0 0,-1 0 0,2-1 0,-1 0 0,2 0 0,-1 0 0,1 0 0,0-1 0,1 0 0,0-1 0,0 0 0,0 0 0,10 5-6,-13-9 0,0-1 1,0 0-1,0 0 0,0 0 1,0-1-1,1 0 0,-1 0 0,0 0 1,1-1-1,-1 1 0,1-1 0,-1-1 1,0 1-1,1-1 0,-1 0 0,0 0 1,0 0-1,1-1 0,-1 0 1,0 0-1,-1 0 0,1-1 0,0 1 1,-1-1-1,1 0 0,-1 0 0,0-1 1,0 0-1,0 1 0,0-1 0,-1 0 1,1-1-1,-1 1 0,0-1 1,-1 0-1,7-15 45,-2-1 1,-1-1 0,-1 1-1,0-1 1,-2 0 0,-1 0 0,0 0-1,-2 0 1,-1-22-46,1 21-10,0 23-2,0-1-1,1 0 1,-1 1 0,0-1 0,0 0-1,0 1 1,1-1 0,-1 0 0,0 0-1,0 0 1,0 1 0,0-1 0,0 0-1,0 0 1,-1 1 0,1-1 0,0 0-1,0 0 1,0 1 0,-1-1 0,1 0-1,0 1 1,-1-1 0,1 0 0,0 1-1,-1-1 1,1 1 0,-1-1 0,1 0-1,-1 1 1,0-1 0,1 1-1,-1 0 1,1-1 0,-1 1 0,0-1-1,1 1 1,-1 0 0,0-1 0,0 1-1,1 0 1,-1 0 0,0 0 0,0 0-1,1 0 1,-1-1 0,0 1 12,-12 11-435,-7 103-1651,13-53-740</inkml:trace>
  <inkml:trace contextRef="#ctx0" brushRef="#br1" timeOffset="503988.283">6551 12453 5425,'0'0'924,"0"0"-402,0 0 70,0 0 219,13 33-206,75 223 229,-68-174-282,58 164 1326,-78-245-1877,1 1 0,0-1-1,0 1 1,-1-1 0,1 1 0,0-1 0,0 0 0,0 0 0,1 1 0,-1-1 0,0 0 0,0 0 0,1 0 0,-1 0 0,0 0 0,1-1 0,-1 1 0,1 0 0,-1-1 0,1 1 0,0-1 0,-1 1 0,1-1 0,-1 0 0,1 1 0,0-1 0,-1 0 0,1 0 0,0 0 0,-1-1 0,1 1-1,-1 0 1,1-1 0,0 1 0,-1-1 0,1 1 0,-1-1 0,1 0 0,-1 1 0,1-1 0,-1 0 0,0 0 0,1 0 0,-1 0 0,0 0 0,0-1 0,0 1 0,0 0 0,0 0 0,0-1 0,0 1 0,0-1 0,-1 1 0,1-1 0,0 1 0,-1-1 0,1 1 0,-1-2-1,88-241 311,-18 34-250,-69 206-58,0 0 0,0 0 0,1 0 0,-1 0 0,1 1 0,0-1 0,1 0 0,-1 1 0,0 0 0,1-1 0,0 1 0,0 0 0,0 0 0,0 1 0,0-1 0,1 1 0,-1-1 0,1 1 0,0 0 0,-1 0 0,1 1 0,0-1 0,0 1 0,0 0 0,0 0 0,0 0 0,0 0 0,1 1 0,-1 0 0,0 0 0,0 0 0,0 0 0,1 1 0,-1-1 0,0 1 0,0 0 0,0 0 0,0 1 0,0-1 0,0 1 0,-1 0 0,1 0 0,0 0 0,-1 1 0,0-1 0,1 1-3,12 17 31,-1 0 0,-1 0 0,0 2 0,-2-1 0,0 2 0,-2 0 0,-1 0-1,0 1 1,-2 0 0,1 6-31,23 60-2302,-24-73-1621</inkml:trace>
  <inkml:trace contextRef="#ctx0" brushRef="#br1" timeOffset="506538.569">8011 11634 3233,'0'0'725,"0"0"138,0 0 212,0 0-26,0 0-75,0 0-103,-10-5-40,-32-17-275,38 21-529,-1 0-1,1 0 1,-1 0 0,1 1-1,-1-1 1,0 1 0,1 0-1,-1 1 1,1-1 0,-1 1-1,1 0 1,-1 0 0,1 0-1,0 0 1,-1 1 0,1 0-1,0 0 1,0 0 0,0 1-1,0-1 1,1 1 0,-1 0-1,1 0 1,0 0 0,-1 0-1,1 1 1,0-1 0,1 1-1,-1 0 1,1-1 0,0 1-1,0 1 1,0-1 0,0 0-1,1 0 1,-1 1 0,1 3-27,-15 34 184,2 0 0,2 2-1,3 0 1,1 0 0,1 0 0,3 1 0,2 0 0,2 0 0,2 0 0,3 17-184,-3-34 34,0-1-1,2 0 1,1-1 0,2 1 0,0-1 0,1 0 0,2-1 0,1 0-1,11 20-33,-15-33-4,0 0 0,0-1-1,1 0 1,1-1-1,0 0 1,0 0-1,1 0 1,0-1 0,1-1-1,0 0 1,0-1-1,1 1 1,-1-2-1,2 0 1,-1-1 0,1 0-1,-1 0 1,1-2-1,1 1 1,5-1 4,-7-1-9,1 0 0,-1-1 0,1 0 0,-1-1 1,1-1-1,0 0 0,-1-1 0,0 0 0,1 0 0,-1-2 0,0 1 0,0-2 1,-1 0-1,1 0 0,-1-1 0,0 0 0,5-4 9,-1-2 7,-1 0 0,0-1 0,0 0-1,-2-1 1,1-1 0,-2 0 0,0 0 0,-1-1-1,0-1 1,-2 0 0,0 0 0,-1 0 0,0-1-1,-1 0 1,-2 0 0,1-1 0,-2 0 0,-1 1-1,0-1 1,-1-16-7,-3 31-9,-1 1-1,1-1 0,-1 0 1,1 1-1,-1 0 0,0-1 1,-1 1-1,1 0 0,0 1 1,-1-1-1,1 1 0,-1-1 1,0 1-1,0 0 0,0 1 1,0-1-1,0 1 1,0-1-1,-1 1 0,1 0 1,0 1-1,-1-1 0,1 1 1,0 0-1,-1 0 0,1 0 1,0 1-1,-1-1 0,1 1 1,0 0-1,-1 0 0,0 1 10,-17-1-12,-4-1 22,0 2 0,0 0-1,1 2 1,-1 0 0,1 2 0,0 1 0,0 1-10,7-3 144,31-17-144,23-11-22,0 2 0,0 1 0,2 1 0,1 3 0,0 1 0,1 1 0,0 3 0,19-3 22,34-10-2308,-91 23 2246,0 0 0,0 0 1,0 0-1,0 0 1,0 0-1,0-1 0,0 1 1,-1-1-1,1 1 0,0-1 1,-1 1-1,0-1 1,1 0-1,-1 0 0,0 0 1,0 0-1,0 0 1,0 0-1,0 0 0,0 0 1,-1 0-1,1 0 1,-1-1-1,1 1 0,-1 0 1,0 0-1,0-1 1,0 1-1,0 0 0,0 0 1,0-1-1,-1 1 0,1 0 1,-1 0 61,1-9 1190,0 10-397,2 11 177,138 414 1347,-148-542-1544,8 114-762,-7-159 160,7 156-171,1 0 1,0 0-1,0 0 0,0 1 0,1-1 0,1 0 0,-1 1 1,1-1-1,0 1 0,0 0 0,1-1 0,-1 2 0,1-1 1,1 0-1,-1 1 0,1 0 0,0 0 0,0 0 0,1 1 1,-1-1-1,5-1 0,6-1-5,0 1 1,0 1-1,0 1 1,1 0-1,0 1 0,0 1 1,-1 1-1,1 0 1,0 1-1,0 1 1,0 0-1,0 1 0,0 1 1,1 1 4,-12-3 2,-1 0 1,1 0 0,-1 0-1,0 1 1,1 0-1,-1 0 1,0 0-1,0 0 1,0 1 0,0 0-1,-1 0 1,1 0-1,-1 1 1,0 0-1,0-1 1,0 2 0,0-1-1,-1 0 1,0 1-1,0-1 1,0 1-1,0 0 1,-1 0 0,1 0-1,-1 0 1,-1 0-1,1 1 1,-1-1-1,1 5-2,-1 13 28,0 1 0,-1-1 0,-2 1 0,0 0 0,-1-1 0,-2 0-1,0 0 1,-5 11-28,-7 29-110,30-74-80,0-4 173,-2-1 1,0-1-1,-1 0 0,-1 0 0,-1-1 1,0 0-1,-1 0 0,4-18 17,-1 6-6,16-133-663,-26 168 669,-1-1-1,1 1 1,0 0 0,0 0 0,1 0 0,-1-1 0,1 1 0,0 0 0,0-1 0,1 1 0,-1 0 0,1-1 0,0 0 0,0 1-1,1-1 1,-1 0 0,1 0 0,0 0 0,0-1 0,0 1 0,1-1 0,-1 1 0,1-1 0,0 0 0,0-1 0,0 1 0,0-1-1,0 1 1,1-1 0,-1-1 0,1 1 0,-1 0 0,1-1 0,3 1 0,-3-5-12,-1 0 0,0 0 0,0 0 0,0-1-1,0 1 1,0-1 0,-1 0 0,0 0 0,1 0 0,-2 0 0,1 0 0,0-1 0,-1 0-1,0 1 1,0-1 0,0 0 0,-1 0 0,1 0 0,-1 0 0,-1 0 0,1 0 0,-1 0 0,1-1-1,-1 1 1,-1 0 0,0-5 12,2-2-22,5-39-55,-2 0 1,-3 0 0,-1 0 0,-3 1 0,-3-1 0,-1 0 0,-2 1-1,-3 1 1,-2 0 0,-15-35 76,18 55-148,-1 1 1,-2 0-1,0 1 1,-2 0-1,-1 1 1,-9-10 147,26 37 10,0 0 0,0 0 0,0 0 0,0 0 0,-1 0 0,1 0 0,0-1 0,0 1 0,-1 0 0,1 0 0,0 0 0,-1-1 0,1 1 0,-1 0 0,1 0 0,-1-1 0,1 1 0,-1 0 0,1-1 0,-1 1 0,0-1 0,0 1 0,1-1 0,-1 1 0,0-1 0,0 1 0,1-1 0,-1 0 0,0 1 0,0-1 0,0 0 0,0 0 0,1 0 0,-1 0 0,0 0 0,0 1 0,0-1 0,0-1 0,0 1 0,0 0 0,1 0 0,-1 0 0,0 0 1,0-1-1,0 1 0,0 0 0,1-1 0,-1 1 0,0-1 0,0 1 0,1-1 0,-1 1 0,0-1 0,1 1 0,-1-1 0,1 0 0,-1 1 0,0-1 0,1 0 0,0 1 0,-1-1 0,1 0 0,-1 0 0,1 0 0,0 1 0,-1-1 0,1 0 0,0 0-10,3 89 175,4 0-1,4-1 1,4 0-1,3 0 1,4-2-1,13 26-174,4 28 185,10 34 23,-8 2 0,-8 2 0,-7 2 0,-8 0 1,-8 9-209,-10-178 13,-9 94 224,8-100-230,1-1-1,-1 0 0,0 0 1,0 0-1,0 0 0,-1 0 0,1 0 1,-1-1-1,1 1 0,-1 0 1,0-1-1,0 1 0,0-1 0,-1 0 1,1 1-1,0-1 0,-1 0 1,1 0-1,-1-1 0,0 1 1,0-1-1,0 1 0,0-1 0,0 0 1,0 0-1,0 0 0,0 0 1,0-1-1,-2 1-6,1-3-4,0 1 0,1-1-1,0 0 1,-1-1 0,1 1 0,0-1 0,0 1 0,0-1-1,1 0 1,-1 0 0,1 0 0,-1 0 0,1-1-1,0 1 1,0 0 0,0-1 0,1 0 0,-1 1 0,1-1-1,0 0 1,0 0 0,0 0 0,1 0 0,0 0 0,-1 0-1,1 0 1,0 0 0,1 1 0,-1-1 0,1 0-1,0 0 1,0 0 0,0 0 0,0 0 4,-1-10 43,0-6-26,1 1 0,1 0 0,0-1 0,1 1 0,1 0 0,1 1-1,1-1 1,0 1 0,6-10-17,32-62-124,-5-2 0,-3-2 0,21-88 124,-48 142-58,14-47-41,-5-2-1,-3 0 1,-4 0-1,-2-30 100,-24 111 39,7 16-26,0 0 0,0 0 1,1 0-1,0 1 0,1 0 1,0 1-1,0-1 0,1 1 1,0 0-1,1 1 0,0-1 1,-1 8-14,-16 144 189,23-158-192,0 0-1,0 0 0,0 0 1,1-1-1,-1 1 1,1-1-1,0 0 1,0 1-1,0-1 0,0-1 1,1 1-1,-1 0 1,1-1-1,-1 0 1,1 1-1,0-2 0,0 1 1,0 0-1,0-1 1,0 0-1,1 1 0,-1-2 1,0 1-1,1 0 1,-1-1-1,0 0 1,1 0-1,-1 0 0,0-1 1,1 0-1,-1 1 1,0-1-1,0-1 1,1 1-1,-1-1 0,0 1 1,0-1-1,-1 0 1,1-1-1,0 1 0,0-1 4,10-11-73,0 0 0,-1 0 0,0-2 0,-2 1-1,0-2 1,0 1 0,-2-1 0,0-1 0,-1 0-1,0 0 1,-2-1 0,0 1 0,-1-2 0,-1 1-1,-1 0 1,-1-1 0,0 1 0,-2-8 73,8-346-1038,-10 309 922,-2 1 0,-4-1-1,-2 1 1,-15-50 116,-3 39 463,15 75 362,9 83-406,3-28-249,2 0 1,3 0-1,2-1 1,3 0-1,2 0 1,5 10-171,42 109 466,8-2 0,73 133-466,-124-271 115,-25-59-136,1 0 1,1-1-1,1 0 0,2 0 1,0 0-1,2-1 1,0-11 20,2 32 0,0 0 0,0 0 1,0 0-1,1 0 1,0 1-1,0-1 0,0 0 1,1 0-1,0 0 1,0 0-1,0 1 0,1-1 1,0 1-1,0-1 1,0 1-1,1-1 0,0 1 1,0 0-1,0 0 1,1 1-1,-1-1 0,1 1 1,0-1-1,1 1 0,-1 0 1,1 1-1,-1-1 1,1 1-1,0 0 0,1 0 1,-1 1-1,0-1 1,1 1-1,4-1 0,-2 4 8,0 1 0,1 0 0,-1 1 0,0 0 0,0 0 0,-1 1-1,1-1 1,0 2 0,-1-1 0,0 1 0,0 0 0,-1 1 0,1-1 0,-1 1 0,-1 1 0,1-1 0,-1 1 0,0 0 0,0 0 0,-1 0-1,0 1 1,0 0 0,-1 0 0,2 7-8,-3-13-3,24 41-24,-22-56-1217,-1-4 468,-1-2 606,1 1-1,0-1 0,2 1 1,0 0-1,1 0 0,1 1 1,0 0-1,2 0 1,7-12 170,76-83 812,-138 158 1254,39-38-2035,2-3 8,0 1 0,0-1 0,0 1 0,1-1 0,0 1 0,0 1-1,1-1 1,0 0 0,0 1 0,0 0 0,1 0 0,0-1 0,0 1-1,1 1 1,-1 4-39,4-10-2,-1 0-1,0 0 0,1-1 1,-1 1-1,1 0 0,0-1 0,0 1 1,-1-1-1,1 0 0,0 1 1,0-1-1,0 0 0,0 0 0,1 0 1,-1-1-1,0 1 0,0 0 1,0-1-1,1 1 0,-1-1 1,0 0-1,1 0 0,-1 0 0,0 0 1,1 0-1,-1-1 0,0 1 1,0 0-1,1-1 0,0 0 3,8 0-15,221-9 143,-217 9-344,72 4 630,-46 30-3554,-39-19-2503</inkml:trace>
  <inkml:trace contextRef="#ctx0" brushRef="#br1" timeOffset="507697.398">4059 13923 6377,'0'0'813,"0"0"-401,0 0-62,0 0 120,0 0-117,0 0-7,11-32 256,1-1-426,-1 6-56,-2-1 0,0-1 0,-2 1 0,-2-1 1,0-1-1,-2-5-120,10-205 412,-13 240-411,0 1 0,1-1 1,-1 0-1,0 0 0,0 0 1,1 0-1,-1 1 1,0-1-1,0 0 0,1 0 1,-1 0-1,0 0 0,1 0 1,-1 0-1,0 0 0,1 0 1,-1 1-1,0-1 1,0 0-1,1 0 0,-1 0 1,0-1-1,1 1 0,-1 0 1,0 0-1,1 0 0,-1 0 1,0 0-1,1 0 0,-1 0 1,0 0-1,0-1 1,1 1-1,-1 0 0,0 0 1,0 0-1,1-1 0,-1 1 1,0 0-1,0 0 0,0-1 1,1 1-1,-1 0 1,0 0-1,0-1 0,0 1 1,0 0-1,0-1 0,0 1 1,0 0-1,0 0 0,1-1 1,-1 1-1,0 0 0,0-1 1,0 1-1,0 0 1,-1-1-2,16 29 246,20 69-129,-4 1 0,-4 1-1,-5 1 1,-4 1 0,-5 1 0,-4 0 0,-4 9-117,-5-109-132,1 0-1,-1 0 1,0 0 0,0 0 0,0 0 0,0 0 0,-1 0 0,1 0 0,-1 0 0,1 0 0,-1 0 0,1 0 0,-1-1 0,0 1 0,0 0 0,0 0 0,0-1 0,0 1 0,0-1-1,-1 1 1,1-1 0,0 1 0,-1-1 0,1 0 0,-1 1 0,0-1 0,1 0 0,-1 0 0,0 0 0,0-1 0,1 1 0,-1 0 0,0-1 0,0 1 0,0-1 0,0 1 0,0-1-1,0 0 1,0 0 0,0 0 0,0 0 0,0 0 0,0-1 0,0 1 0,0 0 0,0-1 0,1 0 0,-2 0 132,-111-15-5597,22 6 13130,92 10-6518,8 0 520,14 0-1045,16 1-181,0-1 0,1-2-1,-1-2 1,-1-1-1,1-2 1,30-10-309,-55 12-111,-1 0 0,0-1 0,0-1 0,0 0 0,-1 0 0,0-1 0,-1-1 0,0 0 0,9-9 111,44-56-3747,-21 15-2627</inkml:trace>
  <inkml:trace contextRef="#ctx0" brushRef="#br1" timeOffset="508019.28">5474 13626 7202,'0'0'996,"0"0"-343,0 0 91,0 0-143,0 0-241,0 0-78,-16-25 93,-57-76-22,68 98-336,1 0 0,0 0 0,-1 0-1,0 0 1,1 1 0,-1 0 0,0 0-1,0 0 1,-1 1 0,1-1-1,0 1 1,0 0 0,-1 1 0,1-1-1,-1 1 1,1 0 0,0 1 0,-1-1-1,1 1 1,0 0 0,-1 0-1,-1 1-16,-1 0 34,-4 2 7,1 0 0,0 1 0,1 0 0,-1 1 1,1 0-1,0 1 0,1 0 0,-1 0 0,1 1 0,1 0 0,0 1 1,0 0-1,0 0 0,1 0 0,1 1 0,0 1 0,0-1 0,1 1 0,0 0 1,0 0-1,2 0 0,-1 0 0,2 1 0,-1-1 0,1 1 0,1 0 1,0 0-1,1 0 0,0 0 0,1 0 0,0-1 0,1 1 0,1 0 0,-1-1 1,2 1-1,0-1 0,0 0 0,1 0 0,0 0 0,1-1 0,0 0 1,0 0-1,1 0 0,1-1 0,6 7-41,2-5 0,0-1-1,0 0 1,1-1-1,0-1 1,1 0 0,0-1-1,0-1 1,0-1-1,1-1 1,-1 0 0,1-2-1,0 0 1,0-1-1,0 0 1,1-2 0,-1 0-1,8-3 1,-13 1-149,0 0 1,0-1-1,-1 0 0,1-1 0,-1-1 0,0 0 0,0-1 0,-1-1 0,0 1 1,0-2-1,-1 0 0,0 0 0,-1-1 0,0 0 0,0-1 0,-1 0 0,-1-1 1,0 1-1,5-10 149,30-55-4159</inkml:trace>
  <inkml:trace contextRef="#ctx0" brushRef="#br1" timeOffset="508421.982">5772 13140 6577,'0'0'1446,"0"0"-364,0 0-238,0 0-108,0 0-9,0 0-128,-3 31-111,3 213 321,3-219-714,6 48 209,2-1-1,4 0 1,14 37-304,-29-108-3,0 0 0,0 0 0,0 0 0,0 0 0,0 0 0,0 0 0,0 0 0,0 0 0,0 0 0,0 0 0,1 0 0,-1 0 0,0 0 0,1 0 0,-1 0 0,1 0 0,-1 0 0,1-1 0,-1 1 0,1 0 0,0 0 0,-1 0 0,1-1 0,0 1 0,0 0 0,-1-1 0,1 1 0,0-1 0,0 1 0,0-1 0,0 1 0,0-1 0,0 0 0,0 1 1,0-1-1,0 0 0,0 0 0,0 1 0,0-1 0,0 0 0,0 0 0,0 0 0,0 0 0,0-1 0,0 1 0,0 0 0,0 0 0,0-1 0,-1 1 0,1 0 0,0-1 0,0 1 0,0-1 0,0 1 0,0-1 0,0 1 0,-1-1 0,1 0 0,0 0 0,-1 1 0,1-1 0,0 0 0,-1 0 0,1 0 0,-1 1 0,1-2 3,31-62-45,10-70 87,35-75-166,-75 205 121,-1 1 1,1 0-1,0-1 1,0 1-1,0 0 1,1 0-1,-1 0 1,1 0-1,0 1 1,-1-1-1,1 1 1,0 0-1,1 0 1,-1 0-1,0 0 1,0 0-1,1 0 1,-1 1-1,1 0 1,0 0-1,-1 0 1,1 0-1,0 0 1,-1 1 0,1 0-1,0 0 1,0 0-1,0 0 1,-1 0-1,1 1 1,0 0-1,0-1 1,-1 2-1,1-1 1,-1 0-1,1 1 1,-1-1-1,0 1 1,1 0-1,-1 0 1,0 0-1,0 1 1,0-1-1,1 2 3,5 11 21,-1 0 0,0 1 0,-1 0 0,0 1-1,-1 0 1,-1 0 0,-1 0 0,-1 0 0,1 4-21,18 69-2651,-14-71-144,-1-10-946</inkml:trace>
  <inkml:trace contextRef="#ctx0" brushRef="#br1" timeOffset="508804.226">6557 13587 2016,'0'0'1486,"0"0"-68,0 0 81,0 0-162,0 0-136,0 0-175,1-9-124,-1 3-739,1 5-137,-1 0 0,1 0-1,-1 0 1,1-1 0,-1 1 0,0 0-1,0 0 1,0 0 0,1-1 0,-1 1-1,0 0 1,-1 0 0,1 0-1,0-1 1,0 1 0,0 0 0,-1 0-1,1 0 1,-1-1 0,1 1 0,-1 0-1,1 0 1,-1 0 0,0 0-1,1 0 1,-1 0 0,0 0 0,0 0-1,0 1 1,0-1 0,0 0 0,0 0-1,0 1 1,0-1 0,0 0 0,0 1-1,0-1 1,0 1 0,0 0-1,0-1 1,-1 1 0,1 0 0,-1-1-26,-5 1 62,0-1 1,0 1-1,0 1 1,0-1-1,0 1 1,0 0-1,0 1 1,1-1 0,-1 2-1,0-1 1,1 1-1,-1-1 1,1 2-1,0-1 1,0 1-1,1 0 1,-1 0-1,1 0 1,-1 1 0,-3 5-63,0 1 60,2 0 1,-1 0 0,1 1 0,1 0 0,0 0 0,1 1-1,0 0 1,1 0 0,0 0 0,1 0 0,0 1 0,1-1 0,1 1-1,0-1 1,1 1 0,1 3-61,-1-14-1,0 0 0,0 0 0,1 0 0,-1-1 0,1 1 0,-1 0 0,1-1 0,0 1 0,0 0 0,0-1 0,1 1 0,-1-1 0,1 0 0,-1 1 0,1-1 0,0 0 0,-1 0 0,1 0 0,0 0 0,1 0 0,-1-1 0,0 1 0,0 0 0,1-1 0,-1 0 0,1 0 0,-1 1 0,1-2 0,-1 1 0,1 0 0,0 0 0,0-1 0,-1 1 0,1-1 0,0 0 0,0 0 0,-1 0 0,1 0 0,0-1 0,0 1 0,-1-1 0,1 1 0,0-1 0,2-1 1,7-1-11,0 0 0,-1 0 1,1-1-1,-1 0 0,0-1 0,0-1 0,0 0 1,-1 0-1,0-1 0,0 0 0,-1-1 0,0 0 1,2-2 10,54-38-32,-56 41 32,1 2 0,0-1 0,0 2 0,1-1 0,-1 1 0,1 1 0,0 0 0,0 0 0,0 1 0,0 0 0,0 1 0,1 1 0,-1-1 0,-7 3 1,0-1 0,0 1 0,-1 0-1,0 0 1,1 0 0,-1 1 0,0-1 0,0 1-1,0 0 1,0-1 0,0 1 0,-1 0 0,1 1 0,-1-1-1,0 0 1,0 1 0,0 0 0,-1-1 0,1 1 0,-1 0-1,0 0 1,0-1 0,0 1 0,0 0 0,-1 0 0,1 0-1,-1 0 1,0 0 0,-1 0 0,1 0 0,-1 4-1,1-1-10,4 124-3515,-4-114 1646,0-6-919</inkml:trace>
  <inkml:trace contextRef="#ctx0" brushRef="#br1" timeOffset="509231.276">6780 13172 584,'0'0'4173,"0"0"-2282,0 0-1061,0 0-257,0 0 26,0 0 142,-3-1 138,2 1-836,1 0-1,-1 0 0,0 0 1,0 0-1,1 0 0,-1 0 1,0 1-1,0-1 0,1 0 1,-1 0-1,0 1 1,1-1-1,-1 0 0,0 1 1,1-1-1,-1 1 0,1-1 1,-1 1-1,1-1 1,-1 1-1,1-1 0,-1 1 1,1-1-1,-1 1 0,1 0 1,0-1-1,-1 1 0,1 0 1,0-1-1,-1 1 1,1 0-1,0-1 0,0 1 1,0 0-1,0 0 0,0-1 1,0 1-1,0 0 0,0 0 1,0-1-1,0 1 1,0 0-1,0 0 0,0-1 1,1 1-1,-1 0 0,0-1 1,1 1-1,-1 0 0,0-1 1,1 1-1,-1 0 1,1-1-1,-1 1 0,1-1 1,0 1-43,50 116 713,89 284 121,-107-321-773,20 56-621,-57-137-932,-12-7-1929</inkml:trace>
  <inkml:trace contextRef="#ctx0" brushRef="#br1" timeOffset="509523.545">6544 13499 5729,'0'0'1155,"0"0"-277,0 0-140,0 0 200,0 0 112,0 0-210,36-19-200,119-61-81,-118 60-368,1 2 1,1 1-1,1 3 1,0 0-1,1 3 0,8 0-191,-47 10 3,134-9-71,-141 23-2618,-17 3-972</inkml:trace>
  <inkml:trace contextRef="#ctx0" brushRef="#br1" timeOffset="509905.936">6443 13540 5417,'0'0'830,"0"0"-30,0 0-268,0 0-335,0 0-81,0 0 94,6 12 446,38 63 103,4-1 0,4-3 1,29 31-760,-81-103 30,0 1 1,0-1-1,0 1 0,1-1 1,-1 1-1,0-1 1,0 1-1,0 0 0,1-1 1,-1 1-1,0-1 1,1 1-1,-1 0 0,0-1 1,1 1-1,-1 0 1,0-1-1,1 1 1,-1 0-1,0 0 0,1-1 1,-1 1-1,1 0 1,-1 0-1,1 0 0,-1-1 1,1 1-1,-1 0 1,1 0-1,-1 0 0,1 0 1,-1 0-1,1 0 1,-1 0-1,0 0 1,1 0-1,-1 0 0,1 1 1,-1-1-1,1 0 1,-1 0-1,1 0 0,-1 0 1,1 1-1,-1-1 1,0 0-31,-11-298 1432,12 293-1443,0 0 1,1 0-1,0 0 0,0 0 1,0 1-1,0-1 1,1 1-1,0 0 0,0 0 1,0-1-1,0 2 1,0-1-1,1 0 0,0 1 1,0 0-1,0-1 0,0 2 1,0-1-1,1 0 1,-1 1-1,1 0 0,0 0 1,-1 0-1,1 1 1,3-1 10,78-11-3521,-61 13 514</inkml:trace>
  <inkml:trace contextRef="#ctx0" brushRef="#br1" timeOffset="510965.742">966 15025 3945,'0'0'664,"0"0"-249,0 0 98,0 0 542,-32-16-3,-97-55-425,124 68-569,1-1 1,-1 1-1,1-1 0,0 0 0,0 0 0,1-1 1,-1 1-1,1-1 0,0 0 0,0 0 0,0 0 1,1 0-1,0 0 0,0-1 0,0 1 0,1-1 1,0 1-1,0-1 0,0 0 0,1 1 1,-1-1-1,1 0 0,1 0 0,-1 1 0,1-2-58,0-9 205,-2-3 6,0 17-197,1 0 1,-1 1-1,1-1 0,-1 0 1,1 0-1,0 0 1,-1 1-1,1-1 0,0 0 1,0 0-1,1 0 1,-1 0-1,0 0 0,1 1 1,-1-1-1,1 0 1,-1 0-1,1 0 0,0 1 1,0-1-1,0 1 1,0-1-1,0 0 0,0 1 1,0 0-1,0-1 1,1 1-1,-1 0 0,0-1 1,1 1-1,-1 0 1,1 0-1,0 0 0,-1 0 1,1 1-1,0-1 1,-1 0-1,3 0-14,3 1 19,1-1 0,0 1 0,0 1 0,-1-1 0,1 1 0,0 1 0,-1 0 0,1 0-1,-1 0 1,0 1 0,1 0 0,-1 0 0,0 0 0,-1 1 0,1 1 0,-1-1 0,0 1 0,0 0 0,0 0 0,0 1 0,-1-1 0,0 1 0,2 4-19,7 9 84,-1 0 1,-1 2 0,-1-1-1,0 2 1,-2-1 0,0 2-1,1 8-84,1 13 147,-2 0-1,-2 1 0,-2 0 1,-2 0-1,-3 45-146,0-62 57,-2 0-1,-1-1 0,-1 1 1,-1-1-1,-1 0 0,-2 0 1,-1-1-1,-1 0 0,-1 0 1,-1-1-1,-1-1 0,-1 0 0,-8 8-56,16-23 19,0-1-1,-1-1 0,0 1 0,0-1 0,-1 0 0,0 0 0,0-1 0,0 0 0,-1-1 0,0 0 0,0 0 0,0-1 0,-1 0 0,0 0 0,0-1 0,0-1 0,0 0 0,0 0 0,0-1 0,0 0 0,-6 0-18,12-2-5,0 0 1,-1-1-1,1 1 0,1-1 0,-1 0 0,0 0 0,0 0 0,1 0 0,-1-1 1,1 1-1,0-1 0,-1 0 0,2 0 0,-1 0 0,0-1 0,0 1 1,1-1-1,0 1 0,0-1 0,0 0 0,0 0 0,0 0 0,1 0 0,0 0 1,0 0-1,0 0 0,0 0 0,1-1 0,-1 1 0,1 0 0,0 0 1,0-1-1,1 1 0,-1 0 0,1 0 0,0 0 0,1-1 5,-1-4 10,2 0-1,-1 1 1,1 0 0,0 0-1,1 0 1,0 0 0,0 0-1,1 1 1,0 0 0,0 0-1,1 0 1,0 0 0,0 1-1,0 0 1,1 0-1,0 1 1,0 0 0,0 0-1,1 1 1,0 0 0,-1 0-1,2 0 1,-1 1 0,0 1-1,1-1 1,1 1-10,34-12-364,1 3 1,0 1-1,1 2 1,0 2-1,0 3 0,0 1 1,1 2-1,29 5 364,-4 3-3833</inkml:trace>
  <inkml:trace contextRef="#ctx0" brushRef="#br1" timeOffset="511213.994">1856 15435 6793,'0'0'961,"0"0"-361,0 0 368,0 0-312,0 0-384,0 0-144,0 0-48,125-6-80,-109 0-696,-9 0-1184,2-6-665</inkml:trace>
  <inkml:trace contextRef="#ctx0" brushRef="#br1" timeOffset="512234.998">2832 15278 3113,'0'0'1477,"0"0"-766,0 0-164,0 0 418,0 0 192,0 0-141,-1 6-348,0-5-651,1 1 0,-1-1 0,0 1 0,1-1 0,-1 1 0,0-1 0,0 0 0,0 1 0,0-1 0,0 0 0,0 0 0,0 0-1,0 0 1,-1 0 0,1 0 0,0 0 0,-1 0 0,1 0 0,-1 0 0,1-1 0,-1 1 0,1-1 0,-1 1 0,1-1 0,-1 0 0,1 1 0,-1-1 0,0 0 0,1 0 0,-1 0 0,1 0 0,-1-1 0,0 1 0,1 0-1,-1-1 1,1 1 0,-1-1 0,1 1 0,-1-1 0,1 0 0,-1 1 0,1-1 0,0 0 0,-1 0 0,1 0 0,0 0 0,-1-1-17,-79-54 70,49 29-15,2-2-1,1 0 1,1-2 0,2-2-1,0 0 1,-16-31-55,38 56-4,0 1 0,0-1 0,1-1 0,0 1-1,0 0 1,1-1 0,0 0 0,1 1 0,0-1 0,0 0 0,1 0 0,0 0 0,1-5 4,1 9-2,1 0 1,1 1 0,-1 0-1,1-1 1,-1 1 0,1 0 0,1 1-1,-1-1 1,0 1 0,1 0-1,0 0 1,-1 0 0,1 0-1,0 1 1,1 0 0,-1 0-1,0 1 1,1-1 0,-1 1 0,0 0-1,1 0 1,-1 1 0,1 0-1,0 0 1,-1 0 0,1 1-1,-1-1 1,1 1 0,4 2 1,0-3 10,7-2 14,0 1 1,1 1 0,-1 0-1,1 2 1,-1 0-1,0 0 1,0 2 0,0 0-1,0 1 1,-1 1 0,0 0-1,0 1 1,0 1 0,-1 0-1,0 2 1,-1-1-1,0 2 1,0 0 0,4 5-25,-14-10 23,0 1 0,-1 0 0,1 0 1,-1 0-1,-1 0 0,1 0 0,-1 1 1,-1-1-1,1 1 0,-1-1 0,-1 1 1,1 0-1,-1-1 0,-1 1 0,1 0 1,-1-1-1,-1 1 0,1-1 0,-1 1 1,-1-1-1,1 0 0,-1 0 0,0 0 1,-1 0-1,0 0 0,0-1 0,0 1 1,-5 3-24,-62 26 108,70-35-109,1-1 0,-1 0 1,1 0-1,-1 0 1,1 0-1,-1 0 0,1 0 1,-1 1-1,1-1 1,-1 0-1,1 0 1,0 1-1,-1-1 0,1 0 1,-1 1-1,1-1 1,0 0-1,-1 1 0,1-1 1,0 1-1,-1-1 1,1 1-1,0-1 1,0 1-1,-1-1 0,1 1 1,0-1-1,0 1 1,0-1-1,0 1 0,0-1 1,0 1-1,0-1 1,0 1-1,0-1 0,0 1 1,0-1-1,0 1 1,0-1-1,0 1 1,0-1-1,0 1 0,1-1 1,-1 1-1,0-1 1,0 1-1,1-1 0,-1 1 1,0-1-1,0 0 1,1 1-1,-1-1 1,1 1-1,-1-1 0,0 0 1,1 1-1,-1-1 1,1 0-1,-1 0 0,1 1 1,-1-1-1,1 0 1,-1 0-1,1 0 0,-1 0 1,1 1 0,177 72-17,-151-61 8,1-1 0,0-2 1,1 0-1,-1-2 1,2-1-1,-1-2 0,1 0 1,-1-2-1,1-2 0,0 0 1,3-2 8,-25-2 11,0 0-1,0 0 1,0 0 0,-1-1 0,1-1 0,-1 1-1,0-1 1,0 0 0,-1 0 0,0-1 0,0 0-1,-1 0 1,0-1 0,0 1 0,0-1 0,-1 0-1,0 0 1,-1-1 0,0 1 0,0-1 0,-1 0-1,0 1 1,0-1 0,-1 0 0,0 0 0,-1 0-1,0 0 1,0 0 0,-1 0 0,0 0 0,-2-7-11,2 11-6,0 0 1,0-1 0,-1 1 0,0 0-1,0 0 1,0 0 0,0 0 0,-1 0-1,1 0 1,-1 0 0,-1 1 0,1 0 0,-1-1-1,1 1 1,-1 1 0,0-1 0,0 0-1,-1 1 1,1 0 0,-1 0 0,0 0-1,0 1 1,0 0 0,0 0 0,0 0 0,0 0-1,-1 1 1,1 0 0,0 0 0,-1 0-1,1 1 1,-1-1 0,1 1 0,-1 1-1,1-1 1,-1 1 0,1 0 0,0 0-1,-1 1 1,-2 0 5,4 1 11,-1 1 1,1-1-1,0 0 0,0 1 0,0 0 1,0 0-1,1 0 0,0 1 0,0-1 1,0 1-1,0 0 0,0 0 0,1 0 1,0 0-1,0 0 0,1 0 0,-1 0 1,1 1-1,0-1 0,1 1 0,-1-1 1,1 1-1,0-1 0,0 1 0,1-1 1,0 0-1,0 1 0,0-1 0,1 3-11,-1 2 32,1 7-15,1-1 1,1 1-1,1-1 1,0-1-1,1 1 1,1-1 0,0 0-1,1 0 1,0-1-1,2 0 1,-1 0-1,2-1 1,0-1-1,0 0 1,1 0 0,1-1-1,0-1 1,0 0-1,1 0 1,0-2-1,1 0 1,-1 0-1,2-1 1,4 0-18,-14-4-101,1 0-1,0 0 1,1-1 0,-1 0-1,0 0 1,1-1 0,-1 0-1,1 0 1,-1-1 0,1 0-1,0 0 1,-1-1-1,1 0 1,-1 0 0,0-1-1,1 0 1,-1 0 0,0-1-1,0 1 1,0-2 0,0 1-1,-1-1 1,1 0 0,-1 0-1,3-3 102,16-28-2860</inkml:trace>
  <inkml:trace contextRef="#ctx0" brushRef="#br1" timeOffset="512814.968">3611 14445 5881,'0'0'936,"0"0"-519,0 0 79,0 0 24,0 0 416,0 0-128,147 209-256,-98-97-160,-3 15-160,0 2 8,-13-5-120,3-18-112,-7-21-8,-6-26-304,0-59-952,-3 0-760,-11-11-2537</inkml:trace>
  <inkml:trace contextRef="#ctx0" brushRef="#br1" timeOffset="513199.419">4383 14754 4209,'0'0'1284,"0"0"-400,0 0 127,0 0-31,0 0-250,0 0-335,-12 5-115,-4 3-166,1 0-1,0 0 1,0 1 0,1 1 0,0 1 0,1 0 0,0 0 0,-6 9-114,5-1 140,1 1 1,1 1 0,1 0-1,1 1 1,0 0 0,2 1-1,1-1 1,0 2 0,2-1 0,1 1-1,0-1 1,2 1 0,1 0-1,1 0 1,0 0 0,3 10-141,-2-31-2,-1 0-1,0 0 1,1 0 0,0 0 0,0 0-1,0 0 1,0-1 0,0 1 0,0 0 0,1-1-1,-1 1 1,1 0 0,0-1 0,0 0 0,0 1-1,0-1 1,0 0 0,0 0 0,0 0 0,1-1-1,-1 1 1,1 0 0,0-1 0,-1 0-1,1 1 1,0-1 0,0 0 0,0-1 0,-1 1-1,1 0 1,0-1 0,0 1 0,0-1 0,0 0-1,0 0 1,0 0 0,0-1 0,2 0 2,1 0-1,-1-1 0,0 0 1,0 0-1,0 0 0,-1-1 1,1 1-1,0-1 0,-1 0 1,0-1-1,0 1 0,0-1 1,0 0-1,0 0 0,-1 0 1,0 0-1,0-1 0,0 1 1,0-1-1,-1 0 0,2-2 1,4-7 20,19-30-1,-24 35-22,0 0 0,1 1 0,1-1 0,-1 1 0,1 0 0,1 0 0,0 0 0,0 1 0,0 0 0,1 0-1,0 1 1,0 0 0,0 0 0,1 0 0,0 1 0,0 0 0,1 1 0,-1 0 0,1 0 0,0 1 0,0 0-1,0 0 1,2 1 3,-4 4 1,1 1 0,0 1-1,-1-1 1,0 1 0,0 0-1,0 1 1,0 0 0,-1 0 0,0 0-1,0 1 1,0 0 0,-1 0-1,0 0 1,0 1 0,0 0-1,-1 0 1,0 0 0,0 0-1,-1 0 1,0 1 0,0 0-1,-1 0 1,1 2-1,11 21-302,0 10-3556,-14-38-370</inkml:trace>
  <inkml:trace contextRef="#ctx0" brushRef="#br1" timeOffset="513785.474">4508 14380 5881,'0'0'943,"0"0"-7,0 0-9,11 27-40,148 315 699,20 42-1184,-171-364-812,0 1-1,-1-1 1,-2 1-1,0 0 1,-1 1-1,0-1 1,-1 17 410,-39-34-3773,-47-75 2275,-32-86 1772,108 145 43,1 0 1,0-1 0,1 1 0,0-1 0,1 0-1,1 0 1,0 0 0,1 0 0,0-1 0,1 1-1,0-1 1,1 1 0,2-6-318,0 15 95,0 0 0,0 0-1,0 0 1,1 0 0,0 1 0,0 0-1,0-1 1,0 1 0,0 0 0,1 0-1,0 1 1,-1-1 0,1 1 0,0-1 0,0 1-1,0 1 1,0-1 0,1 0 0,-1 1-1,0 0 1,1 0 0,-1 0 0,1 1-1,-1 0 1,1-1 0,-1 1 0,1 1 0,3 0-95,3-3 183,439-51 985,-449 53-1168,14 0 14,-1-1 0,1 0 1,-1-2-1,1 1 0,-1-2 1,0 0-1,0-1 0,-1 0 1,1-1-1,-1 0 0,9-6-14,-21 10 9,0 0-1,0 0 1,0 0-1,0-1 1,0 1-1,0 0 1,0 0-1,-1-1 0,1 1 1,-1 0-1,0-1 1,0 1-1,0 0 1,0-1-1,0 1 1,0 0-1,-1-1 1,1 1-1,-1 0 1,1-1-1,-1 1 1,0 0-1,0 0 1,0 0-1,0 0 1,0 0-1,-1 0 0,1 0 1,-1 0-1,1 0 1,-1 1-1,1-1 1,-1 0-1,0 1 1,0 0-1,0-1 1,0 1-1,0 0 1,0 0-1,0 0 1,-1 0-1,1 0 1,0 1-1,0-1 0,-1 1 1,1-1-1,0 1 1,-1 0-1,1 0 1,0 0-1,-2 0-8,-2-3-7,0 1 0,0 0 0,0-1 0,-1 2-1,1-1 1,-1 1 0,1 0 0,-1 0 0,1 1 0,-1 0 0,0 0-1,1 1 1,-1-1 0,1 1 0,-1 1 0,1-1 0,0 1-1,0 0 1,-1 1 0,1 0 0,1 0 0,-1 0 0,0 0-1,1 1 1,-1 0 0,1 0 0,0 1 0,1-1 0,-1 1-1,1 0 1,0 0 0,0 0 0,0 1 0,1 0 0,-3 5 7,3 3 47,0 1 1,1 0-1,1-1 1,0 1-1,1 0 1,0 0-1,1 0 1,1-1-1,0 1 1,1-1-1,1 1 1,0-1-1,1 0 1,1 0-1,0-1 1,1 0-1,4 7-47,11 15 44,1-1 0,2-2 1,2 0-1,0-1 0,24 18-44,-42-40-115,-2-2-2,-1 1-1,1-1 0,0 0 1,1-1-1,0 0 1,0 0-1,0-1 0,0 0 1,1 0-1,0-1 1,0 0-1,0-1 0,1 0 1,-1 0-1,1-1 0,2 0 118,0-2-2996</inkml:trace>
  <inkml:trace contextRef="#ctx0" brushRef="#br1" timeOffset="514237.63">5739 14848 2545,'0'0'936,"0"0"-81,0 0 43,0 0 19,0 0-81,0 0 168,3 1-64,-3 4-855,0 0-1,0 0 0,-1 0 0,1 0 1,-1 0-1,0 0 0,-1 0 1,1 0-1,-1 0 0,0 0 0,0-1 1,-1 1-1,1-1 0,-1 0 0,0 1 1,-4 3-85,-11 28 468,12-20-331,1 1 0,0 0 1,1 1-1,1-1 0,1 1 1,0-1-1,1 1 1,2 14-138,-1-29 2,1 0 1,-1 0 0,1 0 0,0 1 0,0-1 0,0 0 0,0 0 0,0 0 0,1 0 0,0 0 0,-1-1-1,1 1 1,0 0 0,0-1 0,1 1 0,-1-1 0,0 0 0,1 0 0,0 0 0,-1 0 0,1 0 0,0-1-1,0 1 1,0-1 0,0 1 0,0-1 0,0 0 0,0-1 0,0 1 0,1 0 0,-1-1 0,0 0 0,0 1 0,4-2-3,2 2-9,1 0 1,0-1 0,0-1-1,-1 1 1,1-2 0,0 1 0,-1-1-1,1-1 1,-1 0 0,0 0 0,7-4 8,-3-4 11,-1 0 1,-1-1 0,0 0 0,0-1-1,-1 0 1,-1-1 0,0 0 0,-1 0-1,0-1 1,-1 0 0,-1-1 0,-1 1-1,0-1 1,-1 0 0,0 0 0,-2-1-1,0 1 1,0-1 0,-2 1 0,0-1-1,-1-1-11,4-7 6,-2 1 0,0-1 0,-2 1-1,-1-1 1,-1 0 0,-1 1 0,-1 0-1,-1 0 1,-1 0 0,-1 1 0,-1 0 0,-4-5-6,10 21-40,0 0-1,0 0 1,-1 0 0,0 1 0,0 0 0,-1 0 0,1 0 0,-1 0 0,-1 1 0,1-1 0,-1 2 0,0-1 0,0 0 0,0 1 0,-1 0 0,0 1 0,1-1-1,-1 1 1,0 1 0,-1-1 0,1 1 0,0 1 0,-1-1 0,1 1 0,-6 0 40,10 3 17,0-1-1,0 1 1,0 1 0,0-1-1,0 0 1,1 1 0,-1-1-1,1 1 1,-1 0 0,1 0-1,0 0 1,0 0 0,0 0-1,1 0 1,-1 0 0,1 1-1,0-1 1,-1 1 0,2-1-1,-1 1 1,0-1 0,1 1-1,-1-1 1,1 1 0,0 0-1,0-1 1,1 1 0,-1 0-1,1-1 1,0 1 0,0-1-1,0 1-16,-1 12 57,5 19 6,1 0 1,1 0 0,2-1-1,2 0 1,1-1 0,1 0-1,2-1 1,1-1 0,2 0 0,1-1-1,1-1 1,1-1 0,20 20-64,-9-8-206,1-2 0,1-1 1,3-2-1,0-1 0,2-2 0,2-2 1,1-2-1,4 1 206,1-8-2761,-9-13-2418</inkml:trace>
  <inkml:trace contextRef="#ctx0" brushRef="#br1" timeOffset="514784.271">6596 14256 6977,'0'0'1129,"0"0"-357,0 0-377,0 0-150,0 0 151,0 0 2,6 36 214,-2-10-455,2 20 120,2-1-1,2-1 0,1 1 0,3-2 1,2 1-277,247 554 1172,-252-572-1150,-1 1 0,-2 0 1,0 0-1,-2 1 0,-1 0 1,-1 0-1,-1 12-22,-30-33 35,19-11-58,0 0 1,0 0 0,0-1-1,0 0 1,1 0 0,0-1 0,0 1-1,1-2 1,-1 1 0,1-1 0,1 0-1,-1 0 1,1-1 0,1 1-1,-2-3 23,-7-9-141,4 9 101,1 0 0,0-1 1,1 0-1,0 0 0,1-1 1,0 1-1,1-1 0,0-1 1,1 1-1,0-1 1,1 0-1,0 1 0,1-1 1,1-4 39,2 14 2,1 0 0,0 0 0,0 1 0,0-1-1,1 0 1,-1 1 0,0 0 0,1-1 0,0 1 0,0 0 0,0 0 0,0 1 0,0-1 0,0 0 0,0 1 0,0 0 0,0 0 0,1 0 0,-1 0 0,0 0 0,1 1 0,-1 0-1,1-1 1,-1 1 0,1 0 0,-1 1 0,1-1-2,9-1 29,263-27 250,-268 24-299,0 0-1,0-1 1,0 0 0,-1 0 0,0-1-1,0 0 1,0-1 0,-1 1 0,0-1-1,0 0 1,0 0 0,-1-1 0,0 0-1,-1 0 1,0 0 0,0 0 0,-1-1 0,0 0-1,0 1 1,-1-1 0,0 0 0,-1 0-1,0-1 1,0 1 0,-1 0 0,0 0-1,0 0 1,-2-2 20,3 8-16,-2 1 15,1 1-1,-1 0 1,1 0 0,0-1-1,0 1 1,0 0 0,-1 0 0,1-1-1,1 1 1,-1 0 0,0 0-1,0-1 1,0 1 0,1 0-1,-1 0 1,0-1 0,1 1-1,-1 0 1,1 0 0,0 0 0,-1 0-1,1 0 1,0 0 0,0 0-1,-1 0 1,1 0 0,0 0-1,0 0 1,0 0 0,0 0-1,0 1 1,0-1 0,1 0 0,-1 1-1,0-1 1,0 1 0,0 0-1,1-1 1,-1 1 0,0 0-1,0-1 1,1 1 0,-1 0-1,0 0 1,1 0 0,-1 0 0,0 1-1,0-1 1,1 0 0,-1 0-1,0 1 1,0-1 0,0 1-1,1-1 2,7 9 66,-1 1 0,0-1-1,0 2 1,-1-1-1,-1 1 1,1 0 0,-2 0-1,0 0 1,4 12-66,2 2 65,6 13-28,-1 1-1,-2 0 0,-2 1 0,-1 0 0,-3 1 0,0 2-36,-7 83-2357,-6-97-1474</inkml:trace>
  <inkml:trace contextRef="#ctx0" brushRef="#br1" timeOffset="515033.912">7052 14386 8290,'0'0'1152,"0"0"-792,0 0-360,0 0-208,0 0-752,0 0-88,0 0 271,58 26-383,-41-5-1536</inkml:trace>
  <inkml:trace contextRef="#ctx0" brushRef="#br1" timeOffset="515253.947">7294 14085 8314,'0'0'1240,"0"0"-768,0 0 96,0 0-88,0 0-72,101 242 193,-48-110-17,12 45-64,-3-12-24,-6-9-40,-7-26-224,-3-45-104,-4 4-120,-2-13 0,-8-34-8,-15-42-920,-17 0-1305,0-39-3256</inkml:trace>
  <inkml:trace contextRef="#ctx0" brushRef="#br1" timeOffset="515648.868">7775 14801 3905,'0'0'1343,"0"0"-40,0 0 6,0 0 64,0 0-204,37 19-330,122 60-213,-147-73-540,1 0 1,-1-1 0,1-1-1,-1 0 1,1-1 0,0-1-1,1 0 1,-1 0 0,0-1 0,0-1-1,1 0 1,4-2-87,24 1 249,-37 2-236,-1-1 0,1 1 0,-1-1 0,1 0 0,0 0 0,-1-1 0,1 1 0,-1-1 1,1 0-1,-1 0 0,0-1 0,1 1 0,-1-1 0,0 0 0,0 0 0,0 0 0,0-1 0,0 1 0,-1-1 0,1 0 0,-1 0 0,0 0 0,0-1 0,0 1 0,0-1 0,0 1 0,-1-1 0,0 0 0,1 0 0,-2 0 0,1-1 0,0 1 0,-1 0 0,0-1 1,0 1-1,0-1-13,1-6 16,0 0 1,-1 1-1,-1-1 1,0 0 0,0 0-1,-1 0 1,0 0-1,-1 1 1,0-1 0,-1 0-1,0 1 1,-1 0-1,0 0 1,0 0 0,-1 0-1,-1 1 1,1-1-1,-6-4-16,5 7-37,0 0-1,0 0 1,-1 0-1,0 1 1,-1 0-1,1 0 1,-1 1-1,0 0 1,-1 1-1,1 0 1,-1 0-1,0 0 1,0 1-1,0 1 0,0-1 1,0 1-1,-1 1 1,1 0-1,-1 0 1,1 1-1,-1 0 1,0 1 37,7 0 7,0 0-1,1-1 1,-1 1 0,0 1 0,0-1 0,0 0-1,1 1 1,-1-1 0,0 1 0,1 0 0,0 0 0,-1 0-1,1 0 1,0 0 0,0 0 0,0 1 0,0-1-1,1 1 1,-1-1 0,1 1 0,-1 0 0,1 0 0,0 0-1,0-1 1,0 1 0,1 0 0,-1 0 0,1 0-1,-1 2-6,-4 101 287,6-81-235,3 4 33,1 1 0,2-1 0,1-1 0,2 0 0,0 0 0,2-1 0,1 0 0,1-1 0,1 0 0,1-1 0,2-1 0,0-1 0,1 0 0,2-2 0,0 0 0,23 16-85,-37-29-30,0-1-1,1 0 1,0 0-1,0-1 1,1 0 0,0 0-1,0-1 1,0 0-1,1-1 1,-1 0-1,1 0 1,0-1 0,0 0-1,1-1 1,-1 0-1,0-1 1,1 0-1,-1-1 1,1 0 0,-1 0-1,1-1 1,1-1 30,52-53-2358,-39 19-504</inkml:trace>
  <inkml:trace contextRef="#ctx0" brushRef="#br1" timeOffset="515958.119">8688 14454 6065,'0'0'1466,"0"0"-342,0 0-376,0 0-366,-13 28-118,-44 93 244,48-102-267,2 1-1,0 1 1,1-1 0,1 1 0,1 0-1,1 0 1,1 0 0,0 1-1,2-1 1,1 7-241,-1-14 20,2-5-9,0-1 0,0 1-1,1 0 1,0-1 0,1 0-1,0 0 1,1 0 0,-1 0 0,1 0-1,1-1 1,-1 0 0,1 0 0,1-1-1,-1 0 1,1 0 0,0 0-1,6 3-10,36 39 33,-42-39-23,-1 0 1,0 0 0,0 1 0,-1 0-1,-1 0 1,0 1 0,0-1-1,-1 1 1,0 0 0,0-1-1,-2 1 1,1 1 0,-1-1-1,-1 0 1,0 0 0,-1 0-1,0 0 1,-1 4-11,-32 57-3079,11-52-1744</inkml:trace>
  <inkml:trace contextRef="#ctx0" brushRef="#br1" timeOffset="516123.42">9140 15246 5889,'0'0'4873,"0"0"-4009,0 0 9,0 0-553,0 0-320,0 0-2217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11B8-11E9-4BE1-B6B9-38A00AE6A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20234-AF01-493B-B28A-207588C9C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511CF-0F29-4E00-A95F-21DA84B0D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67169-A8EF-4341-82FB-019FA8A5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1431E-C92E-4845-839A-007B091C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1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4B96-9E04-451B-9C8B-B3A52371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EA301-E4F8-4E8D-85C0-63543604C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73A5-32A9-4DD9-897D-D8B88A8A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CF7C9-FC57-46C9-9319-12F1DBF6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596F-D6B7-4BA9-BE5F-9D804D18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22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F7D9-5B54-4242-BE20-ACD0F038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B3B83-37B9-46BD-9087-AD5D90BFC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BBA0C-A902-4C62-948D-E0D61FAB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3B741-E320-4AC4-9C75-8048D5F7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C8A48-41F0-4465-B473-445299F5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290A-9A86-4051-B00A-DD56C88F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B6E0-7CDC-4C22-84F5-71AC64A92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FD0B0-9A80-4112-BEBD-E26E6C11B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F6E4F-6D25-4B89-AC3B-D74134D3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A3A97-EBAD-4D83-B2C0-CB185094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66408-F669-4E44-85FB-C014B1D7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5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A0ED-19EC-46DB-95C1-EA4F6DA3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0CFF0-BA2D-4D23-BBAD-9397EE7C1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B9AFB-F8FC-4DBC-8121-36BB0EA81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F3AA8-CD34-491B-8A22-7CE54FB43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BE24E-AC5A-4131-BF61-06B0B6456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996C79-F8C1-497F-AC01-CB2682C5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EFDB6-6639-4D7D-B31E-EC62522E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42560-5A0C-4765-A8C7-DCE327F5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9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1B80-0751-4464-A814-1DB0C3B4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0207B-3583-46F0-B0BD-5418D562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7E867-0E12-45FD-839D-C1469ED0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5B7F8-E7BA-48D5-A276-8E62CA37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4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5F83A-492C-4B3C-B4BB-68D21BFD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CE464-FEEA-49F9-8BCA-3001ADF8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C2569-F764-4325-9FAA-AAE875A9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2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A18D-57BE-406F-B85D-AD906392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0A17-050B-4EF2-AE28-E489F5B0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EABAE-CCBD-416F-A21E-5C330CEF4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817FB-D7FF-4ECF-9981-9BDE5570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3C0EB-61D4-466D-A6B9-17CBD15F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50D86-417F-48DD-90FF-373F8E2C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92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EAC2-AC6E-4DA7-B790-4496D0F7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D0186-9FC1-40B1-8CEE-873411580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0F384-8309-48E7-AB28-5F92228B3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F7E88-9D25-4817-ADD6-5436C16AC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552D5-1C08-4B89-B39F-20C8BF7D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6D4AA-CD0B-4DCC-9632-0D01493A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3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1C13-42D7-474A-AE50-61C16D54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751D1-CC22-4FD1-B497-27CD5E65F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BF712-1E09-48B2-98DD-25A2F55B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A2442-9943-4F4F-95AA-1158CEC9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E48F4-D08D-4E4E-BE32-EC4DB2BF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2E252-BD3E-4188-BFD9-781F82F17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883F1-C9FE-4FE9-8746-AEDAC1567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45183-DE3E-4F30-B6B2-C277D153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10B7-E18D-4B87-97F6-D507F86F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3C853-273E-4186-B2EB-E386C5D8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B01F4-8948-468D-A7A4-9D53AED9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AD62A-B18F-4FF7-9D45-3BD7E1B3E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73D4-5163-4B04-99DF-485871758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49F38-861D-451A-AA37-2D3337E9D71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84BAB-50A8-4D4B-9036-7F40DDEB9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521D5-0E4F-4DE3-B14C-1CE34DC18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6B903-0608-4D03-B433-552F9116A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2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FF7A81BC-11AD-403D-B0EC-44CB0F2E3149}"/>
                  </a:ext>
                </a:extLst>
              </p14:cNvPr>
              <p14:cNvContentPartPr/>
              <p14:nvPr/>
            </p14:nvContentPartPr>
            <p14:xfrm>
              <a:off x="345218" y="653811"/>
              <a:ext cx="11259720" cy="602856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FF7A81BC-11AD-403D-B0EC-44CB0F2E31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218" y="644811"/>
                <a:ext cx="11277359" cy="604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094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Ekarat Rattagan</dc:creator>
  <cp:lastModifiedBy>Ekarat Rattagan</cp:lastModifiedBy>
  <cp:revision>3</cp:revision>
  <dcterms:created xsi:type="dcterms:W3CDTF">2026-09-13T10:02:17Z</dcterms:created>
  <dcterms:modified xsi:type="dcterms:W3CDTF">2026-09-13T10:20:37Z</dcterms:modified>
</cp:coreProperties>
</file>