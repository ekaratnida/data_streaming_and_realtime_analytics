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1T07:07:29.51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530 126 4905,'0'0'1095,"0"0"-279,0 0-13,0 0 5,0 0-89,-1-12 1221,-22 131-1543,6 1 0,5 1-1,5 8-396,-5 47 132,-1-12-204,4-160-2682,2-4-1219</inkml:trace>
  <inkml:trace contextRef="#ctx0" brushRef="#br0" timeOffset="259.19">1 300 5761,'0'0'808,"0"0"-191,0 0 63,169-96 176,-68 58-216,15-2-216,6 3-216,0 2-208,-16 8 144,-16 9-64,-25 10-80,-20 8-448,-31 0 440,-14 21-920,0 0-1073</inkml:trace>
  <inkml:trace contextRef="#ctx0" brushRef="#br0" timeOffset="475.994">735 573 6409,'0'0'1018,"0"0"-377,0 0-40,0 0 105,0 0-258,0 0-222,-26 13-121,-80 46-70,101-56-32,1 0 1,0 0-1,0 1 0,0-1 1,0 1-1,0 0 1,1 0-1,0 1 0,0-1 1,0 1-1,0-1 0,1 1 1,-1 0-1,1 0 1,1 0-1,-1 0 0,1 1 1,-1-1-1,2 0 1,-1 0-1,0 1 0,1-1 1,0 1-1,1-1 0,-1 0 1,2 5-4,-2 11 5,0-16-15,1 1 0,-1-1 0,1 0 0,0 1 0,0-1 0,0 0 0,1 0-1,0 1 1,0-1 0,0 0 0,1-1 0,-1 1 0,1 0 0,0-1 0,1 0 0,-1 1 0,1-1 0,0 0-1,0-1 1,0 1 0,0-1 0,1 0 0,-1 0 0,1 0 0,0-1 0,0 1 0,0-1 0,0 0 0,0-1-1,0 1 1,1-1 0,-1 0 0,0 0 0,1-1 0,-1 0 0,1 0 0,4 0 10,-3 2 24,1-1 1,0 1-1,0-1 1,0-1-1,0 1 1,0-2-1,0 1 1,0-1-1,0 0 1,0 0-1,0-1 1,-1 0 0,1-1-1,0 0 1,-1 0-1,0 0 1,0-1-1,0 0 1,0 0-1,-1-1 1,1 0-1,-1 0 1,0-1-1,-1 1 1,1-1-1,-1 0 1,0-1-1,-1 1 1,0-1-1,0 0 1,0 0-1,-1-1 1,0 1-1,0-1 1,-1 1-1,0-1 1,0 0-1,-1 0 1,1-4-25,-2 4 49,1-1 0,-1 1-1,0-1 1,-1 1 0,0-1 0,-1 1-1,0-1 1,0 1 0,0 0 0,-1 0-1,0 0 1,-1 0 0,0 1 0,0-1-1,-1 1 1,0 0 0,0 0 0,0 0 0,-1 1-1,0 0 1,-1 0 0,1 1 0,-4-3-49,-25-11-373,9 18-2654,18 3-743</inkml:trace>
  <inkml:trace contextRef="#ctx0" brushRef="#br0" timeOffset="854.8">1115 562 6433,'0'0'1633,"0"0"-929,0 0-448,0 0-256,0 0 320,0 0 248,3 201 72,3-116-320,-6 6-112,3-5-112,-3-4 8,0-12-104,3-11 0,0-16-344,-3-17-912,3-20-1841</inkml:trace>
  <inkml:trace contextRef="#ctx0" brushRef="#br0" timeOffset="1175.668">1005 543 5249,'0'0'818,"0"0"-441,0 0-201,0 0 35,33-13-19,109-38-11,-135 48-138,1 0 0,-1 1 0,1 0 0,-1 1 0,1 0 0,0 0 0,-1 0 0,1 1 0,0 0 0,0 1 0,-1-1 0,1 1 0,0 1 0,-1 0 0,1 0 0,-1 0 0,0 1 0,0 0 0,0 1 0,0-1 0,0 1 0,-1 1 0,0-1 0,0 1 0,0 0 0,0 0 0,-1 1 0,0 0-1,0 0 1,0 0 0,-1 0 0,0 1 0,0 0 0,0 0 0,-1 0 0,0 0 0,-1 0 0,0 1 0,0-1 0,0 1 0,-1 0 0,0-1 0,-1 1 0,1 0 0,-2 0 0,1-1 0,-1 1 0,0 0 0,-1 1-43,-3 3 144,-1 0 0,0-1 0,-1 1 1,0-1-1,-1-1 0,-1 1 0,1-2 0,-1 1 0,-1-1 1,0 0-1,0-1 0,-1 0 0,0-1 0,0 0 0,-1-1 0,1 0 1,-1-1-1,-1 0 0,1-1 0,-1 0 0,0-1 0,-5 1-144,17-3-45,0-1-1,0 1 1,0 0-1,0 0 0,-1 0 1,1-1-1,0 1 1,-1-1-1,1 1 1,0-1-1,-1 0 0,1 1 1,-1-1-1,1 0 1,0 0-1,-1 0 1,1 0-1,-1 0 0,1 0 1,-1 0-1,1-1 1,0 1-1,-1 0 1,1-1-1,0 1 0,-1-1 1,1 0-1,0 1 1,-1-1-1,1 0 1,0 0-1,0 0 0,0 0 1,0 0-1,0 0 1,0 0-1,0 0 1,0 0-1,0 0 0,1 0 1,-1-1-1,0 1 1,1 0-1,-1-1 1,1 1-1,-1 0 0,1-1 1,0 1-1,0-1 1,-1 1-1,1 0 1,0-1-1,0 1 0,0-1 1,1 1-1,-1-1 1,0 1-1,0 0 1,1-1-1,-1 1 0,1 0 1,-1-1-1,1 1 1,0-1 45,6-34-4284</inkml:trace>
  <inkml:trace contextRef="#ctx0" brushRef="#br0" timeOffset="1394.734">1554 519 6545,'0'0'1409,"0"0"-473,0 0-416,0 0-336,0 0-40,0 0 120,0 0 320,0 163-288,0-109-72,0-6-72,-3-5-72,-3-9-72,1-4-8,5-14-752,0-11-1408,0-5-3697</inkml:trace>
  <inkml:trace contextRef="#ctx0" brushRef="#br0" timeOffset="1594.559">1572 92 8890,'0'0'1304,"0"0"-1288,0 0-16,0 0-800,0 0-624,0 0-3489</inkml:trace>
  <inkml:trace contextRef="#ctx0" brushRef="#br0" timeOffset="1840.244">1848 634 6129,'0'0'1063,"0"0"-377,0 0-25,0 0 77,0 0-113,0 0-50,-10-6-267,4 2-285,5 3-17,0 0-1,-1-1 0,1 1 0,-1 0 0,1 0 0,-1 0 0,1 0 0,-1 0 0,0 1 0,1-1 0,-1 0 0,0 1 0,0-1 0,1 1 1,-1-1-1,0 1 0,0 0 0,0 0 0,0 0 0,0 0 0,1 0 0,-1 0 0,0 1 0,0-1 0,0 1 0,0-1 0,1 1 1,-1 0-1,0-1 0,1 1 0,-1 0 0,0 0 0,1 0 0,-1 0 0,1 1 0,0-1 0,-1 0 0,1 0 0,0 1 0,0-1 0,0 1 1,0-1-1,0 1 0,0 0-5,-10 17 37,0 0 0,2 0 0,0 1 0,1 1 0,1-1 0,1 1 0,1 1 0,1-1 1,1 1-1,1-1 0,0 9-37,4-25 12,-1 0 1,1 0-1,0 0 0,0 0 1,1-1-1,-1 1 1,1-1-1,0 0 0,1 1 1,-1-2-1,1 1 1,-1 0-1,1-1 0,0 1 1,1-1-1,-1 0 1,0 0-1,1-1 0,0 1 1,-1-1-1,1 0 1,0-1-1,0 1 0,0-1 1,0 0-1,1 0 1,-1 0-1,0-1 0,0 0 1,1 0-1,-1 0 1,0-1-1,0 1 0,0-1 1,0 0-1,1-1 1,2-1-13,12 3 44,12-2-267,-1-2 0,1-1 0,-1-2 0,0-1 0,-1-1 0,0-2 0,0 0 1,18-12 222,6-4-4839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1T07:07:32.2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89 139 7314,'0'0'1168,"0"0"-640,-11 169-248,-7-70 104,3 8-112,0-6-96,6-7-48,3-14-112,3-16-16,3-13-160,0-19-1624,12-16-3033</inkml:trace>
  <inkml:trace contextRef="#ctx0" brushRef="#br0" timeOffset="390.545">0 161 6025,'0'0'1127,"0"0"-608,0 0-339,29-13 85,101-39 57,-118 49-301,0 1 1,0 1-1,1 0 1,-1 0-1,0 1 1,1 1-1,-1 0 1,0 0-1,1 1 1,-1 1-1,0 0 1,-1 1 0,1 0-1,-1 1 1,1 0-1,-1 1 1,-1 0-1,1 1 1,-1 0-1,0 1 1,-1 0-1,0 0 1,0 1-1,-1 0 1,0 0-1,0 1 1,-1 0-1,0 1 1,-1-1-1,3 10-21,-3-12 31,-1 0 0,-1 0 1,0 1-1,0 0 0,0 0 0,-1 0 0,-1 0 0,0 0 0,0 0 0,0 1 0,-1-1 0,-1 1 1,0-1-1,0 1 0,-1 0 0,0-1 0,0 0 0,-1 1 0,0-1 0,-1 0 0,0 0 0,-1 0 0,0 0 1,0-1-1,-1 1 0,0-1 0,0 0 0,-1-1 0,0 1 0,0-1 0,-1 0 0,0-1 0,0 1 1,0-1-1,-1-1 0,0 1 0,0-2 0,0 1 0,-1-1 0,0 0 0,-3 1-31,1-2-1,1 1-1,-1-1 1,1-1-1,-1 0 1,0 0-1,0-1 1,0-1-1,0 1 1,0-2-1,0 0 1,1 0-1,-1-1 1,0 0-1,0-1 1,1 0-1,0-1 1,-1 0-1,1 0 1,1-1-1,-1-1 1,1 1-1,0-2 1,-1 0 1,2-1-16,195 298 1249,-180-284-1288,-1-1 0,1 0 0,0-1-1,0 1 1,1-1 0,-1-1 0,1 1 0,0-1 0,0-1-1,0 0 1,0 0 0,0 0 0,0-1 0,1 0-1,-1-1 1,2 1 55,30-1-1952</inkml:trace>
  <inkml:trace contextRef="#ctx0" brushRef="#br0" timeOffset="806.794">624 612 6337,'0'0'639,"0"0"-251,0 0 147,0 0 215,0 0-100,28 15-251,94 42-215,1-40-71,-118-17-118,-1 1 0,1-1-1,0 0 1,-1 0-1,1 0 1,0 0-1,0-1 1,-1 0 0,1 0-1,-1 0 1,1-1-1,-1 0 1,1 1-1,-1-1 1,0-1-1,0 1 1,0-1 0,0 0-1,0 1 1,-1-2-1,1 1 1,-1 0-1,0-1 1,0 1-1,0-1 1,-1 0 0,1 0-1,-1 0 1,0-1-1,0 1 1,0 0-1,0-1 1,-1 1 0,0-1-1,0 1 1,0-1-1,-1 0 1,1 0 5,-2 0-29,0-1 0,0 1 0,-1-1 0,0 1 1,1 0-1,-2 0 0,1 0 0,-1 0 0,1 0 0,-1 0 0,-1 1 1,1-1-1,-1 1 0,1 0 0,-1 0 0,0 0 0,-1 1 0,1-1 1,-1 1-1,0 0 0,1 0 0,-1 1 0,0-1 0,-1 1 0,1 0 1,0 1-1,0-1 0,-1 1 0,1 0 0,-1 1 0,0-1 1,1 1-1,-1 0 0,1 0 0,-1 1 0,1-1 0,-1 1 0,1 1 1,-1-1-1,1 1 0,-5 2 29,-2-1 71,0 0 1,1 2 0,-1-1-1,1 2 1,0-1 0,0 1-1,0 1 1,1 0-1,0 1 1,1 0 0,-1 0-1,1 1 1,1 0-1,0 0 1,0 1 0,1 1-1,0-1 1,1 1 0,0 0-1,1 0 1,0 1-1,1-1 1,0 1 0,1 0-1,0 0 1,1 1-1,0-1 1,1 0 0,0 1-1,1 4-71,0-12 26,1 1-1,0 0 0,0 0 1,0-1-1,1 1 1,0 0-1,0-1 0,0 0 1,1 1-1,0-1 0,0 0 1,0 0-1,0-1 1,1 1-1,0-1 0,0 0 1,0 0-1,1 0 0,-1 0 1,1-1-1,0 1 1,0-1-1,0 0 0,0-1 1,0 1-1,1-1 0,-1 0 1,1-1-1,0 1 1,2-1-26,177 20-1000,-96-25-1040,-10-14-1931</inkml:trace>
  <inkml:trace contextRef="#ctx0" brushRef="#br0" timeOffset="1184.741">1402 645 6649,'0'0'1377,"0"0"-556,0 0-109,0 0 199,0 0-239,0 0-241,-26-8-169,-86-21-98,110 29-157,-1-1 1,1 1 0,-1 0 0,1 0 0,-1 0 0,1 0-1,0 0 1,-1 0 0,1 1 0,-1-1 0,1 1 0,-1 0-1,1 0 1,0 0 0,0 0 0,-1 0 0,1 0 0,0 0-1,0 1 1,0-1 0,0 1 0,0 0 0,1-1 0,-1 1-1,0 0 1,1 0 0,-1 0 0,1 0 0,0 0 0,0 1-1,-1 1-7,-5 7 50,-1-1-29,1 1 0,0 0 0,1 0 1,0 1-1,0 0 0,2 0 0,-1 0 1,1 0-1,1 1 0,0-1 0,1 1 1,1 0-1,0 0 0,0 0 0,2 5-21,1-14-23,1 0-1,0 0 0,0-1 0,0 1 1,0-1-1,0 0 0,1 0 0,0 0 1,-1-1-1,1 1 0,0-1 1,0 0-1,1 0 0,-1 0 0,0 0 1,1-1-1,-1 0 0,1 0 0,-1 0 1,1 0-1,-1-1 0,1 0 0,0 0 1,-1 0-1,1 0 0,-1-1 1,1 0-1,0 0 0,2-1 24,2 2-76,2-1-64,0-1 0,0 0 0,0 0 0,0-2 0,-1 1 0,1-1-1,-1-1 1,0 1 0,0-2 0,0 0 0,-1 0 0,0 0 0,0-1 0,0-1 0,-1 1 0,-1-1-1,1-1 1,2-3 140,-2 0 58,-2 10 2089,-9 33-2057,4-26-157,1-1 0,-1 1 0,1-1 0,0 0-1,0 1 1,1-1 0,-1 0 0,1 0 0,0-1-1,0 1 1,0 0 0,1-1 0,-1 0 0,1 0-1,0 0 1,0 0 0,0-1 0,0 1 0,0-1-1,1 0 1,-1 0 0,1-1 0,-1 1 0,1-1-1,-1 0 1,1 0 0,0-1 0,0 1 0,-1-1-1,1 0 1,0 0 0,0-1 0,0 0-1,-1 1 1,1-1 0,-1-1 0,5-1 67,13 3-1038,18 0-2599</inkml:trace>
  <inkml:trace contextRef="#ctx0" brushRef="#br0" timeOffset="1459.979">1759 56 6633,'0'0'1446,"0"0"-556,0 0-106,0 0 79,0 0-238,0 25-3,-18 448 969,-17-10-1317,35-460-356,0-1 0,1 1 1,-1-1-1,1 1 0,0-1 0,0 0 0,0 1 0,0-1 0,0 0 0,0 0 0,0 0 0,1 0 1,-1 0-1,1 0 0,-1 0 0,1 0 0,0-1 0,0 1 0,0-1 0,0 1 0,0-1 0,0 0 1,0 0-1,0 0 0,1 0 0,-1 0 0,0 0 0,1 0 0,-1-1 0,1 1 0,-1-1 0,0 0 1,1 0-1,-1 0 0,1 0 0,-1 0 0,1 0 0,-1-1 0,1 1 0,-1-1 0,0 0 0,1 0 0,-1 1 1,0-1-1,0-1 0,1 1 82,35-10-4864</inkml:trace>
  <inkml:trace contextRef="#ctx0" brushRef="#br0" timeOffset="1725.746">2121 0 7498,'0'0'1840,"0"0"-984,0 0-408,0 0-152,0 0 272,0 147-55,0-58-241,0 17-16,0 9-32,0 0-96,0-5-48,0-14-16,0-21-56,0-19-8,3-16-64,-3-26-616,0-12-1513,-6-2-4152</inkml:trace>
  <inkml:trace contextRef="#ctx0" brushRef="#br0" timeOffset="1903.47">1875 511 7242,'0'0'1832,"0"0"-1472,0 0-192,0 0 272,190-30 112,-107 22-160,-3 8-240,0 0-152,-11 14-248,-4 26-928,-23-5-1032,-16-9-2193</inkml:trace>
  <inkml:trace contextRef="#ctx0" brushRef="#br0" timeOffset="2069.502">2463 639 4785,'0'0'2297,"0"0"-1009,0 0-576,0 0-192,0 0-120,0 0-88,-36 171-176,36-123-64,0-5-72,3 0-296,9-14-1776,-3-13-5242</inkml:trace>
  <inkml:trace contextRef="#ctx0" brushRef="#br0" timeOffset="2261.067">2436 219 8690,'0'0'1320,"0"0"-720,0 0-480,0 0-120,0 0-464,0 0-1184,0 0-3545</inkml:trace>
  <inkml:trace contextRef="#ctx0" brushRef="#br0" timeOffset="2956.455">2683 693 3025,'0'0'1947,"0"0"-976,0 0-183,0 22 168,0 187 1494,10-184-1623,12-66-845,-12 19-215,178-318-3871,-181 407 7841,-7 89-2970,42-153-1014,-31-14 161,0 1 0,0-1 0,-1-1 0,-1 0 0,0 0 0,0-1 0,-2 0 0,1-1 0,4-13 86,6-6-125,0-2 49,-29 151 1402,10-111-1320,0 1 0,0-1-1,1 1 1,0 0 0,0-1 0,1 1 0,0 0-1,0-1 1,0 1 0,0-1 0,1 1 0,0-1-1,0 0 1,0 1 0,1-1 0,0-1 0,0 1-1,0 0 1,0-1 0,1 1 0,0-1 0,0 0-1,0 0 1,0 0 0,1-1 0,-1 0 0,1 0-1,0 0 1,1 0-6,13 5-1,0-2 0,0 0 0,0-1 0,1-1-1,0-1 1,0-1 0,0 0 0,0-2 0,0 0 0,0-1 0,0-1-1,0-1 1,0-1 0,4-2 1,-12 3-18,-1 0 0,0-1 1,0-1-1,0 0 0,0-1 0,-1 0 0,0 0 0,0-1 0,-1 0 1,0-1-1,0 0 0,0 0 0,-1-1 0,-1 0 0,1-1 0,-1 1 1,-1-2-1,0 1 0,-1 0 0,1-1 0,-2 0 0,0-1 0,0 1 1,-1 0-1,-1-1 0,1 0 0,-2 0 0,0 0 0,0 0 1,-1 1-1,-1-10 18,-2 15 33,0 0-1,0 0 1,-1 0 0,1 0 0,-1 1 0,0-1 0,-1 1 0,1 0 0,-1 0 0,0 1 0,-1-1 0,1 1 0,-1 0-1,1 1 1,-1-1 0,0 1 0,-1 0 0,1 1 0,0-1 0,-1 1 0,1 1 0,-1-1 0,0 1 0,0 0 0,1 1-1,-1-1 1,0 1 0,0 1 0,0-1 0,1 1 0,-1 0 0,0 1 0,1 0 0,-1 0 0,1 0 0,-1 1 0,1 0-1,0 0 1,0 0 0,1 1 0,-1 0 0,1 0 0,-1 1 0,0 1-33,0-1 41,1 1 1,0 0-1,0 0 0,1 1 1,-1-1-1,1 1 0,1 0 1,-1 0-1,1 0 0,0 1 1,1-1-1,0 1 0,0 0 1,1-1-1,0 1 0,0 0 1,1 0-1,0 0 0,0 0 1,0 0-1,1 0 0,1-1 1,-1 1-1,1 0 1,1-1-1,-1 1 0,1-1 1,1 0-1,-1 0 0,1 0 1,0 0-1,1-1 0,0 1 1,0-1-1,0-1 0,1 1 1,-1-1-1,1 1 0,2 0-41,26 8-113,-1-1 1,2-1-1,-1-2 0,2-1 0,-1-2 0,1-2 1,0-1-1,0-2 0,0-1 0,21-3 113,-42 2-289,59 1-3384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1T07:07:41.9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24 108 6529,'0'0'4457,"0"0"-3184,0 0-505,0 0-272,0 0-96,0 0-152,0 0-144,-23-107-104,23 107-432,0 21-704,0 9-1025,0 2-3640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1T07:07:42.2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7586,'0'0'1840,"0"0"-944,0 0-200,0 0-336,0 0-360,0 0-352,0 0-3865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1T07:07:48.95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194 639 5633,'0'0'1551,"0"0"-711,0 0-183,0 0-56,0 0-216,0 0-110,-9-20 124,-30-60 232,38 78-599,0 1 1,-1-1 0,1 1-1,-1-1 1,0 1 0,1-1-1,-1 1 1,0 0 0,0 0-1,0 0 1,0 0 0,0 0-1,0 0 1,0 1 0,0-1-1,0 0 1,0 1 0,-1 0-1,1 0 1,0-1 0,0 1 0,0 0-1,0 1 1,-1-1 0,1 0-1,0 1 1,0-1 0,0 1-1,0 0 1,0-1 0,0 1-1,0 0 1,0 0 0,0 1-1,0-1 1,0 0 0,1 1-1,-1-1 1,1 1 0,-1-1-1,1 1 1,-1 0 0,1-1-1,0 1 1,0 0 0,-1 1-33,-5 5 14,1 1 1,0-1-1,0 1 0,1 0 1,0 0-1,1 1 1,0-1-1,0 1 0,1 0 1,1 0-1,-1 1 1,2-1-1,-1 0 1,1 1-1,1-1 0,0 9-14,4-14-103,-1 0-1,1 0 1,0 0-1,0-1 0,0 0 1,1 0-1,0 0 1,0 0-1,0-1 0,0 0 1,0 0-1,0 0 0,1-1 1,0 1-1,-1-1 1,1-1-1,0 1 0,0-1 1,0 0-1,0 0 1,0-1-1,0 0 0,0 0 1,0 0-1,0-1 1,0 0-1,0 0 0,0 0 1,1-1 103,82-30-1151,-73 81 3354,34-10-2129,-7-43-3534,-24-10-2315</inkml:trace>
  <inkml:trace contextRef="#ctx0" brushRef="#br0" timeOffset="478.964">200 35 3145,'0'0'1488,"0"0"-248,0 0 337,-51 145-113,45-70-576,6 5-40,0 3-248,0-6-368,18-7 81,3-14-161,0-16 0,-3-13-152,-1-9-48,-5-18-633,0 0-1303,-9-2-5186</inkml:trace>
  <inkml:trace contextRef="#ctx0" brushRef="#br0" timeOffset="1094.389">672 629 5329,'0'0'1367,"0"0"-391,0 0-208,0 0-5,0 0-119,0 0-15,-21-11 183,-66-31-135,84 41-649,1 0 0,-1 0-1,0 0 1,1 1 0,-1-1-1,0 1 1,0-1 0,1 1-1,-1 0 1,0 0 0,0 1-1,0-1 1,1 0 0,-1 1-1,0 0 1,1-1 0,-1 1-1,1 0 1,-1 1 0,1-1-1,-1 0 1,1 1 0,0-1-1,-1 1 1,1 0 0,0 0 0,0-1-1,0 2 1,0-1 0,1 0-1,-1 0 1,1 0 0,-1 1-1,1-1 1,0 1 0,0-1-1,0 1 1,-1 2-28,-2 4 95,-19 88 188,25-94-310,-1 0 0,1 0 0,0 0 0,0 0-1,0-1 1,1 1 0,-1 0 0,1-1 0,-1 0 0,1 1 0,0-1 0,0 0 0,0-1 0,0 1 0,0 0 0,0-1-1,0 0 1,1 0 0,-1 0 0,0 0 0,1 0 0,-1 0 0,1-1 0,-1 0 0,1 0 0,-1 0 0,1 0 0,-1 0 0,0-1-1,1 1 1,-1-1 0,1 0 0,0-1 27,9 2-176,186-31-1935,-197 33 2172,0 1-1,0-1 0,0 1 1,0 0-1,0-1 0,-1 1 1,1 0-1,-1 0 1,0 0-1,0 0 0,0 0 1,0 0-1,-1 0 1,1 0-1,-1 1 0,0-1 1,0 0-1,0 0 0,0 0 1,-1 1-1,1-1 1,-1 0-1,0 0 0,1 0 1,-1 0-1,-1 0 1,1 0-1,-1 2-60,-1 10 48,2-14-99,1 0-1,-1 0 0,1 1 1,-1-1-1,1 0 1,-1 0-1,1 0 0,-1 0 1,1 1-1,0-1 0,0 0 1,0 0-1,0 1 1,0-1-1,0 0 0,0 0 1,0 1-1,0-1 0,0 0 1,1 0-1,-1 1 1,1-1-1,-1 0 0,1 0 1,-1 0-1,1 0 1,0 0-1,-1 0 0,1 0 1,0 0-1,0 0 0,0 0 1,-1 0-1,1 0 1,0-1-1,0 1 0,1 0 1,-1-1-1,0 1 0,0-1 1,0 1-1,0-1 1,0 1-1,1-1 0,-1 0 1,0 1-1,0-1 1,1 0-1,-1 0 0,0 0 1,0 0 51,21 0-3760</inkml:trace>
  <inkml:trace contextRef="#ctx0" brushRef="#br0" timeOffset="1314.701">1064 1 7482,'0'0'1944,"0"0"-1040,0 0-232,0 0 553,-32 179-553,23-91-192,6 8-144,3 3-40,0-5-200,0-9-88,6-13-16,5-13-96,-8-13-480,-3-17-1249,0-16-2880</inkml:trace>
  <inkml:trace contextRef="#ctx0" brushRef="#br0" timeOffset="1562.658">889 407 5145,'0'0'3961,"0"0"-3337,0 0-232,0 0 40,163-13-192,-74 13-240,-14 16-752,-10-3-3649</inkml:trace>
  <inkml:trace contextRef="#ctx0" brushRef="#br0" timeOffset="1835.409">1382 605 5553,'0'0'1374,"0"0"-514,0 0 63,0 0 102,0 0-294,0 0-115,-24 4-138,-75 17-74,94-19-371,0 0 1,0 0-1,0 1 1,1-1-1,-1 1 1,1 0 0,0 1-1,-1-1 1,2 1-1,-1 0 1,0 0-1,1 0 1,0 0-1,0 1 1,0-1-1,0 1 1,1 0-1,-1 0 1,1 0-1,1 0 1,-1 0-1,1 0 1,0 0-1,0 0 1,0 1-1,1-1 1,0 1-1,0-1 1,0 0-1,1 2-33,0-6-11,1 1-1,-1 0 0,1-1 0,-1 1 1,1-1-1,0 1 0,0-1 1,0 0-1,0 0 0,0 0 0,0 0 1,0 0-1,0 0 0,0-1 0,1 1 1,-1-1-1,0 1 0,0-1 0,1 0 1,-1 0-1,0 0 0,1 0 0,-1 0 1,0-1-1,0 1 0,1-1 1,-1 1-1,0-1 12,11 1-124,168-58-1589,-179 58 1737,-1 0 0,1 0 0,-1 0 0,1 0 0,0 1 0,-1-1 0,1 0 0,-1 1 0,1-1 0,-1 1 0,1-1-1,-1 1 1,0 0 0,1 0 0,-1 0 0,0 0 0,0 0 0,1 0 0,-1 0 0,0 0 0,0 0 0,0 0 0,0 1 0,0-1 0,-1 0 0,1 1 0,0-1 0,-1 1 0,1-1 0,0 1 0,-1-1 0,0 1 0,1-1 0,-1 1 0,0-1 0,0 1 0,0 0 0,0-1 0,0 1 0,0-1 0,-1 1 0,1-1 0,0 1 0,-1 0 0,0 0-24,7 29 269,-3-25-333,0 0 0,1 0 0,0-1 1,0 0-1,1 1 0,-1-2 0,1 1 0,0 0 0,0-1 0,1 0 1,-1 0-1,1-1 0,0 1 0,0-1 0,0 0 0,4 0 64,23 10-2616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1T07:07:47.5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24 5577,'0'0'1006,"0"0"-286,0 0-247,0 0 26,0 0 83,0 0-20,9 4-144,3 1-319,1 1 0,-2 1 0,1 0 0,-1 0 0,1 1 0,-2 0 0,0 1 0,0 1 0,0-1 0,-1 2 0,-1-1 0,0 1 0,0 0 0,-1 1 0,0 0 0,-1 0 0,2 7-99,0 9 46,-2 1 0,0 0 1,-2 1-1,-2-1 1,0 1-1,-2-1 0,-2 1 1,0 0-47,-19 17 714,3-103-432,13 47-243,0 0 0,1 0 0,0 0 1,0-1-1,1 1 0,0-1 0,1 0 0,0 0 1,1 0-1,0 0 0,0 0 0,1 0 0,0 0 1,1 0-1,0 0 0,1 0 0,0 1 0,1-1 0,0 0 1,0 1-1,1-1 0,0 1 0,3-4-39,6-6 3,1 1 0,1 1 0,1 1-1,0 0 1,1 1 0,1 1-1,0 0 1,1 1 0,0 1 0,1 1-1,0 1 1,1 1 0,0 0 0,0 2-1,1 0 1,0 2 0,0 0 0,11 0-3,-28 6-51,-1 0 1,1 0-1,0 0 0,-1 1 1,1 0-1,0 0 1,-1 0-1,0 0 1,0 1-1,1-1 1,-2 1-1,1 0 0,0 0 1,0 1-1,-1-1 1,0 1-1,0 0 1,0 0-1,0 0 1,0 0-1,-1 0 0,0 0 1,0 1-1,0-1 1,0 1-1,-1 0 1,0-1-1,0 1 0,0 0 1,0 0-1,-1 0 1,0 0-1,0 4 51,7 37-2279</inkml:trace>
  <inkml:trace contextRef="#ctx0" brushRef="#br0" timeOffset="953.276">814 75 6425,'0'0'1398,"0"0"-568,0 0-130,0 0 199,0 0-151,0 0-320,-19-2-255,-63-3-82,77 5-84,0 2 0,0-1 1,0 1-1,1-1 0,-1 1 1,0 0-1,1 1 0,-1-1 1,1 1-1,0 0 0,-1 0 1,2 1-1,-1-1 0,0 1 1,1 0-1,-1 0 0,1 0 1,0 0-1,1 0 0,-1 1 1,0 1-8,-6 7 41,3-7-33,1 0 1,0 1 0,1-1 0,-1 1 0,1 0 0,0 0-1,1 0 1,0 0 0,0 1 0,1 0 0,-1-1 0,2 1-1,-1 0 1,1 0 0,0 0 0,1 0 0,0 0 0,0 0-1,1 0 1,0 0 0,0 0 0,1 0 0,0-1 0,0 1-1,1 0 1,0-1 0,0 0 0,1 0 0,0 0 0,0 0-1,1 0 1,3 4-9,-1-6-50,-1 0-1,1-1 1,0 0-1,0 0 1,0-1-1,0 0 0,1 0 1,-1-1-1,1 0 1,0 0-1,0 0 1,0-1-1,-1-1 1,1 1-1,0-1 0,0-1 1,0 1-1,0-1 1,0-1-1,0 1 1,-1-1-1,1-1 1,0 1-1,-1-1 0,0-1 1,0 1-1,0-1 1,0-1-1,-1 1 1,1-1-1,-1 0 1,1-2 50,4-8-71,-1 0 1,0-1-1,-1-1 1,-1 1 0,-1-1-1,0-1 1,-1 1-1,-1-1 1,0-1 0,-2 1-1,0 0 1,-1-1-1,-1 1 1,-1-14 70,-8 50 1351,2 12-1078,1 1-1,1-1 1,2 1 0,2 0-1,0 0 1,2 0-1,3 9-272,45 46 209,-49-84-234,1-1 0,0 1-1,-1-1 1,1 1 0,0-1 0,0 1 0,0-1 0,0 0 0,0 0 0,0 0 0,0 0 0,0 0 0,0-1 0,0 1-1,0 0 1,1-1 0,-1 0 0,0 0 0,1 1 0,-1-1 0,0-1 0,0 1 0,1 0 0,-1 0 0,0-1 0,0 1-1,0-1 1,1 0 0,-1 0 0,0 0 0,0 0 0,0 0 0,0 0 0,0 0 0,-1-1 0,1 1 0,0-1 0,0 1-1,-1-1 1,1 0 0,0-1 25,12-21-340,0 0 0,-2-1 0,-1 0 0,-1-1 0,-1 0 0,-1 0 0,4-28 340,10-30-626,-3-3 2389,-19 86-1248,-1 6-204,-40 225 286,41-216-518,13 110 492,-13-121-571,1 0 0,0-1 0,0 1 0,0-1 0,0 1 0,1-1-1,-1 1 1,1-1 0,-1 0 0,1 0 0,0 1 0,0-1 0,0-1 0,0 1 0,0 0-1,0 0 1,1-1 0,-1 1 0,1-1 0,-1 0 0,1 0 0,-1 0 0,1 0 0,0 0 0,-1 0-1,1-1 1,0 1 0,0-1 0,-1 0 0,1 0 0,0 0 0,0 0 0,0 0 0,-1-1-1,1 1 1,0-1 0,-1 0 0,1 0 0,0 0 0,-1 0 0,1 0 0,0-1 0,5-3-103,0 0 0,-1 0 1,1-1-1,-1-1 0,0 1 1,0-1-1,-1 0 0,0-1 0,0 1 1,-1-1-1,0 0 0,0-1 1,-1 1-1,0-2 103,35-50-2384,-16 111 1002,-21-34 1378,0-10 28,0-1 0,0 1-1,0-1 1,1 0 0,0 0 0,0 0 0,0 0-1,1 0 1,0-1 0,0 0 0,0 1 0,1-2-1,0 1 1,0 0 0,0-1 0,0 0 0,1 0-1,0-1 1,0 1 0,0-1 0,0 0-1,0-1 1,0 0 0,1 0 0,-1 0 0,1-1-1,-1 0 1,1 0 0,0 0 0,0-1 0,-1 0-1,3-1-23,-5 1 56,1-1 0,-1 0 0,1 0-1,-1 0 1,0-1 0,0 1-1,1-1 1,-1 0 0,0 0-1,-1-1 1,1 1 0,0-1 0,-1 0-1,1 0 1,-1 0 0,0 0-1,0-1 1,0 1 0,-1-1-1,1 0 1,-1 0 0,0 0 0,0 0-1,0 0 1,0 0 0,-1-1-1,0 1 1,0 0 0,0-3-56,15-134 1500,-16 117-1124,2 13-235,-1 0 0,-1-1 0,0 1 0,0 0 0,-1 0 0,0-1 0,-1 1 1,-1 0-1,0 0 0,0 0 0,-1 1 0,0-1 0,-1 1 0,0 0 0,0 0 0,-1 1 0,-2-3-141,10 30-1315,11 11-484,4-1-983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1T07:07:37.4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3211 660 7210,'0'0'1648,"0"0"-1080,0 0-56,-199 46 128,140-11-8,5 5 137,13 5-393,14 3-88,18 3-144,9-5-96,24-4-48,29-7-8,16-8 0,14-14-104,45-13-576,-22 0-785,-16-16-1167</inkml:trace>
  <inkml:trace contextRef="#ctx0" brushRef="#br0" timeOffset="438.319">3568 24 4081,'0'0'1462,"0"0"-273,0 0 18,0 0-81,0 0-204,0 0-81,0 0-305,-1 3-207,-16 414 716,16-202-955,-7 165 37,7-376-162,0 0 0,1 0 0,0 0 0,-1 0 0,1 0 0,1 0 0,-1 0 0,1 0 1,-1 0-1,1 0 0,0 0 0,1 0 0,-1 0 0,1 0 0,-1-1 0,1 1 0,0-1 0,0 1 0,1-1 1,-1 0-1,1 1 0,0-1 0,0-1 0,0 1 0,0 0 0,0-1 0,0 1 0,2 0 35,19-1-2527</inkml:trace>
  <inkml:trace contextRef="#ctx0" brushRef="#br0" timeOffset="843.5">3847 786 7922,'0'0'1576,"0"0"-941,0 0-376,0 0 37,0 0-114,30 9-35,96 24 42,-121-30-192,0-1 0,-1-1 0,1 1-1,0-1 1,0 1 0,0-2 0,0 1 0,1 0-1,-1-1 1,0 0 0,0 0 0,0-1-1,0 1 1,0-1 0,0 0 0,0-1-1,0 1 1,0-1 0,0 0 0,-1 0-1,1 0 1,-1-1 0,1 1 0,-1-1 0,0 0-1,0-1 1,0 1 0,-1-1 0,1 1-1,-1-1 1,0 0 0,0-1 0,0 1-1,0 0 1,-1-1 0,0 1 0,0-1-1,0 0 1,0 0 0,-1 0 0,0 0 0,0 0-1,0 0 1,-1 0 0,0 0 0,1 0-1,-2-3 4,0 4-13,1 0 0,-2 0-1,1 0 1,0 0 0,-1 0-1,0 0 1,0 0-1,0 1 1,0-1 0,-1 0-1,1 1 1,-1 0 0,0 0-1,0 0 1,0 0-1,0 0 1,-1 0 0,1 1-1,-1 0 1,1 0 0,-1 0-1,0 0 1,0 0-1,0 1 1,0-1 0,0 1-1,0 0 1,0 1 0,-2-1 13,-129-10 159,127 12-93,1 0 0,-1 0 0,1 1-1,-1 0 1,1 0 0,0 0 0,0 1-1,0 0 1,0 1 0,1-1 0,-1 1 0,1 1-1,0-1 1,0 1 0,0 0 0,1 1-1,0-1 1,0 1 0,0 0 0,1 0-1,-1 1 1,2-1 0,-1 1 0,1 0 0,0 0-1,0 0 1,1 0 0,0 0 0,0 1-1,1-1 1,0 1 0,0-1 0,0 1-1,1 0 1,1-1 0,-1 1 0,1-1 0,1 4-66,2-2 30,1 0 0,-1-1 0,2 1 0,-1-1 0,1 0 0,1 0 0,-1 0 0,1-1 0,1 0 0,-1-1 0,1 0 0,0 0 0,1 0 0,-1-1 0,1 0 0,0-1 0,0 0 1,1-1-1,-1 1 0,1-2 0,-1 1 0,1-2 0,0 1 0,0-1 0,0-1 0,1 1-30,25 3-422,0 0 0,1-2 0,-1-2 0,1-2 0,-1-1-1,0-1 1,0-3 0,34-9 422,37-16-4105</inkml:trace>
  <inkml:trace contextRef="#ctx0" brushRef="#br0" timeOffset="1573.341">4720 695 6041,'0'0'1874,"0"0"-624,0 0-205,0 0 58,0 0-240,-26-10-388,-82-33-250,106 42-218,-1 0 0,1-1-1,-1 1 1,0 0 0,1 0-1,-1 1 1,0-1 0,0 1 0,1-1-1,-1 1 1,0 0 0,0 0 0,0 0-1,1 0 1,-1 1 0,0-1-1,0 1 1,1 0 0,-1-1 0,0 1-1,1 1 1,-1-1 0,1 0-1,-1 0 1,1 1 0,0 0 0,-1-1-1,1 1 1,0 0 0,0 0 0,-1 1-7,-5 5 30,-4 2-1,1 0-1,1 1 1,0 0 0,0 1 0,1 0 0,0 0 0,1 1-1,1 0 1,0 0 0,0 1 0,2 0 0,-1 0-1,2 0 1,0 1 0,1 0 0,0 0 0,1 0 0,1 4-29,1-16-11,0 0 0,1-1 0,0 1 0,-1 0 0,1 0 1,0-1-1,0 1 0,1 0 0,-1-1 0,0 1 0,1-1 1,0 1-1,-1-1 0,1 0 0,0 0 0,0 0 0,0 0 1,1 0-1,-1 0 0,0-1 0,1 1 0,-1-1 0,1 1 1,-1-1-1,1 0 0,0 0 0,0 0 0,-1 0 0,1-1 1,0 1-1,0-1 0,0 0 0,0 0 0,0 0 11,104-1-764,-89-3 566,-1 0-1,0-2 0,0 0 1,0-1-1,-1 0 0,0-2 0,0 0 1,-1 0-1,0-2 0,-1 0 1,0 0-1,10-12 199,-23 22 479,-1 1 163,-30 167 972,30-153-1617,-1-13-7,1 0-1,-1 1 0,1-1 0,0 0 0,-1 1 0,1-1 0,0 0 0,0 1 0,0-1 0,0 1 0,0-1 0,0 0 0,0 1 0,0-1 0,1 0 0,-1 1 0,1-1 0,-1 0 0,1 1 0,-1-1 0,1 0 0,0 0 0,-1 0 0,1 1 0,0-1 0,0 0 0,0 0 0,0 0 0,0 0 0,0 0 0,0-1 0,0 1 0,0 0 0,1 0 0,-1-1 0,0 1 0,0-1 0,1 1 0,-1-1 0,0 1 0,1-1 0,-1 0 0,1 0 0,-1 0 0,0 0 0,1 0 0,-1 0 0,0 0 0,1 0 0,-1 0 0,1-1 0,-1 1 0,1-1 11,5-2-139,-1-1 1,1 0 0,-1 0-1,0 0 1,0-1-1,-1 0 1,1 0 0,-1-1-1,0 0 1,0 1 0,-1-2-1,0 1 1,0 0-1,0-1 1,-1 0 0,0 0-1,1-4 139,5-6-401,95-159-1689,-97 217 4053,-43 256 201,58-291-2070,81-121-11,-69 69-720,107-105-240,-141 151 903,1-1 0,0 1 0,-1-1 0,1 1 0,0 0 0,0 0 0,-1-1 0,1 1 0,0 0 0,0 0-1,0 0 1,0 0 0,-1 0 0,1 0 0,0 0 0,0 0 0,0 0 0,-1 0 0,1 0 0,0 0 0,0 1 0,0-1 0,-1 0 0,1 1 0,0-1 0,0 0 0,-1 1 0,1-1 0,0 1 0,-1-1 0,1 1 0,-1 0 0,1-1 0,-1 1 0,1 0 0,-1-1 0,1 1 0,-1 0 0,1-1 0,-1 1 0,0 0-1,0 0 1,1-1 0,-1 1 0,0 0 0,0 0 0,0 0 0,0-1 0,0 1 0,0 0 0,0 0 0,0 0 0,0 0 0,0-1 0,0 1 0,0 0 0,-1 0-26,1 72 679,-1-51-498,-1 31-120,0-39-248,0 0 0,2 0 0,-1 1-1,2-1 1,0 0 0,1 1 0,0-1-1,1 0 1,0 0 0,1-1 0,1 1 0,5 10 187,10-3-4359</inkml:trace>
  <inkml:trace contextRef="#ctx0" brushRef="#br0" timeOffset="1922.766">5576 770 6177,'0'0'1307,"0"0"-433,0 0-186,0 0 11,0 0-303,-23 23-232,-68 74-88,89-95-78,0 1 0,0-1 0,1 1 0,-1 0 0,1-1 1,-1 1-1,1 0 0,0 0 0,0 0 0,0 0 0,1 0 0,-1 0 0,1 0 0,0 0 0,-1 0 1,2 1-1,-1-1 0,0 0 0,0 0 0,1 0 0,0 0 0,-1 0 0,1 0 0,0 0 1,1 0-1,-1-1 0,0 1 0,1 0 0,0-1 0,0 1 0,-1-1 0,1 1 0,1-1 1,-1 0-1,0 0 0,0 0 0,1 0 0,-1 0 0,1 0 0,0-1 0,0 1 0,2 0 2,7 8-3,157 132 63,-167-141-15,-1 1 0,0 0 0,0-1-1,0 1 1,-1 0 0,1 0 0,0 0-1,0 0 1,-1 0 0,0 0 0,1 0-1,-1 0 1,0 0 0,0 0 0,0 0-1,0 0 1,0 0 0,-1 0 0,1 0 0,0 0-1,-1 0 1,0 0 0,1 0 0,-1 0-1,0 0 1,0 0 0,0-1 0,0 1-1,0 0 1,-1-1 0,1 1 0,0 0 0,-1-1-1,0 0 1,1 1 0,-1-1 0,1 0-1,-1 0 1,0 0 0,0 0 0,0 0-1,0 0 1,0-1 0,0 1-45,-92 20 1138,-34-23-594,126-1-632,-1 0 0,1 0 1,0 0-1,-1-1 1,2 1-1,-1-1 0,0 1 1,1-1-1,-1 0 0,1 0 1,0 0-1,1 1 1,-1-1-1,0 0 0,1 0 1,0 0-1,0 0 0,0 0 1,1 0-1,-1 0 1,1 0-1,0 0 0,0 0 1,1 1-1,-1-1 0,1 0 1,-1 0 87,22-38-2898</inkml:trace>
  <inkml:trace contextRef="#ctx0" brushRef="#br0" timeOffset="2174.111">5992 770 7802,'0'0'1688,"0"0"-1072,0 0 648,0 0-199,-36 171-489,24-112-160,0-6-208,9-7-64,3-9-136,0-7 32,0-12-40,3-7-864,3-11-2105</inkml:trace>
  <inkml:trace contextRef="#ctx0" brushRef="#br0" timeOffset="2339.263">5941 463 8266,'0'0'2584,"0"0"-1495,0 0-561,0 0-504,0 0-24,0 0-296,0 0-1313,152 48-3288</inkml:trace>
  <inkml:trace contextRef="#ctx0" brushRef="#br0" timeOffset="3080.851">6342 789 4657,'0'0'1332,"0"0"121,0 0-331,0 0-240,0 0-219,0 0-218,-9-10-51,-26-32-64,34 40-322,1 1-1,-1 0 1,1 0-1,0 0 0,-1-1 1,1 1-1,0 0 1,0-1-1,0 1 0,0 0 1,0 0-1,0-1 1,1 1-1,-1 0 1,0 0-1,1-1 0,-1 1 1,1 0-1,-1 0 1,1 0-1,-1 0 0,1-1 1,0 1-1,0 0 1,-1 0-1,1 0 0,0 1 1,0-1-1,0 0 1,0 0-1,0 0 0,0 1 1,0-1-1,0 0 1,1 1-1,-1-1 0,0 1 1,0 0-1,0-1 1,1 1-1,-1 0 1,0 0-1,1-1 0,-1 1 1,0 0-1,0 0 1,1 1-1,-1-1 0,0 0 1,0 0-1,1 1 1,-1-1-1,0 0 0,0 1 1,0-1-1,1 1 1,-1 0-1,0-1 0,0 1 1,0 0-1,0 0-7,4-1 9,-1 3 15,1 0 1,0 0 0,-1 1 0,1-1 0,-1 1 0,0 0 0,0 0 0,-1 0 0,1 1 0,-1-1 0,0 1 0,0 0 0,0 0 0,-1 0-1,0 0 1,0 0 0,0 1 0,-1-1 0,1 1 0,-1-1 0,-1 1 0,1-1 0,-1 1 0,0-1 0,0 1 0,-1 5-25,4 12 104,0 0 1,-2 0 0,0 1-1,-2-1 1,0 0-1,-2 0 1,-1 0 0,0 0-1,-2-1 1,0 1 0,-2-1-1,0-1 1,-5 7-105,4-22 204,14-25-72,12-8-176,1 1-1,0 2 1,2-1-1,1 2 1,1 1 0,1 1-1,20-15 45,-33 26-8,1 0 0,0 1 0,0 0 0,1 1-1,0 0 1,0 1 0,1 0 0,-1 1 0,2 1-1,-1 0 1,1 0 0,-1 2 0,1-1 0,12 0 8,-23 6 9,1 1 0,-1-1 0,1 1 0,-1 0 0,0 0 1,0 0-1,0 0 0,0 0 0,-1 1 0,1-1 0,-1 1 1,0 0-1,0 0 0,0 0 0,-1 0 0,1 0 0,-1 0 1,0 0-1,0 0 0,-1 0 0,1 1 0,-1-1 0,0 0 1,0 1-1,0-1 0,0 0 0,-1 0 0,0 1 0,0-1 1,0 0-1,0 0 0,-2 2-9,2 20-5,0-23-31,1-1 1,-1 1-1,1-1 0,0 1 1,0 0-1,0-1 1,0 1-1,1-1 1,-1 1-1,1-1 1,-1 1-1,1-1 1,0 1-1,0-1 1,0 0-1,0 1 0,0-1 1,1 0-1,-1 0 1,1 0-1,-1 0 1,1 0-1,0 0 1,0 0-1,0-1 1,0 1-1,0-1 0,0 1 1,0-1-1,1 0 1,-1 0-1,0 0 1,1 0-1,-1 0 1,1 0-1,-1-1 1,1 1-1,-1-1 0,1 0 1,-1 0-1,1 0 1,-1 0-1,2 0 36,6 1-304,0-1-1,1 0 0,-1 0 0,1-1 0,-1-1 1,0 0-1,0 0 0,0-1 0,0 0 1,0-1-1,0 0 0,-1 0 0,0-1 1,0 0-1,0-1 0,2-2 305,57-93 563,-63 84-104,0 0 1,-2 0-1,0 0 0,-1-1 0,-1 0 0,0 1 0,-1-1 0,-1 1 0,-3-15-459,4 30 31,-1-1 0,1 1 0,0 0 0,-1 0 0,0 0 0,1 0 0,-1 0 0,0 0 0,0 1 0,0-1 0,0 0 0,0 0 0,0 1 0,-1-1 0,1 0 0,0 1 0,-1-1 0,1 1 0,-1 0 1,0-1-1,0 1 0,1 0 0,-1 0 0,0 0 0,0 0 0,0 1 0,0-1 0,0 0 0,0 1 0,0-1 0,0 1 0,0 0 0,0 0 0,0 0 0,0 0 0,-1 0 0,1 0 0,0 1 0,0-1 0,0 0 0,0 1 0,0 0 0,0-1 0,0 1 0,1 0 0,-1 0 0,0 0 0,0 0 0,0 1 0,1-1 0,-1 0 0,1 1 0,-1-1 0,1 1 1,0 0-1,-1-1 0,1 1 0,0 0 0,0 0 0,0 0-31,-2 23-9,1 0 1,1 0-1,1 0 1,2 0 0,0 0-1,2 0 1,0 0-1,2 0 1,1 0 8,20 149-4,-26-149 3,-1-1 1,0 1-1,-2-1 1,-1 0-1,-1 1 0,-1-1 1,-1-1-1,-1 1 1,-1-1-1,-6 11 1,0-8 40,-1-1 0,0-1 0,-2 0 0,-1-2 0,-1 1 0,-1-2 0,0-1-1,-2 0 1,0-2 0,-1 0 0,-11 4-40,16-13-565,17-9-1390</inkml:trace>
  <inkml:trace contextRef="#ctx0" brushRef="#br0" timeOffset="-1444.535">517 687 6369,'0'0'1278,"0"0"-347,-26-4-386,-164-16 505,177 21-968,0 1 0,0 1 0,1 0-1,0 1 1,-1 0 0,2 1 0,-1 0 0,0 1 0,1 0 0,0 1 0,1 1 0,-1-1 0,1 1 0,1 1-1,-1 0 1,2 0 0,-1 1 0,1 0 0,1 1 0,0 0 0,0 0 0,1 0 0,1 1 0,0 0 0,0 0-1,1 0 1,1 0 0,0 1 0,0-1 0,1 1 0,1 7-82,2-14 14,1 0 1,0 0-1,0 0 1,0 0-1,1-1 1,0 1-1,0-1 0,0 0 1,1 1-1,0-2 1,0 1-1,0 0 1,0-1-1,1 0 0,0 0 1,0 0-1,0 0 1,0-1-1,1 0 1,-1 0-1,1-1 0,0 1 1,-1-1-1,1 0 1,0-1-1,1 0 1,2 1-15,174 11 14,-160-16-45,1-2 1,-1-1-1,1 0 0,-2-2 0,1-1 0,-1 0 0,-1-2 1,1 0-1,-2-2 0,0 0 0,0-1 0,-2-1 1,1-1-1,-2-1 0,0 0 0,-1-1 0,-1-1 1,-1 0-1,-1-1 0,0-1 0,-1 0 0,-2 0 0,0-1 1,-1-1-1,-1 0 0,-2 0 0,0 0 0,-1-1 1,0-10 30,-2 17-97,-1 0 0,0 0 1,-2 0-1,0 0 0,0-1 0,-2 1 1,0 0-1,-1 0 0,-1 0 1,-1 1-1,0-1 0,-1 1 1,0 0-1,-2 0 0,0 1 1,0 0-1,-2 1 0,1 0 1,-2 0-1,0 1 0,-1 0 0,-9-8 97,19 18 45,-1 1-1,1-1 1,0 0-1,-1 1 0,1 0 1,-1-1-1,0 1 0,0 0 1,0 1-1,0-1 1,0 0-1,0 1 0,-1 0 1,1-1-1,0 1 0,-1 1 1,1-1-1,-1 0 0,1 1 1,-1 0-1,1 0 1,-1 0-1,1 0 0,-1 0 1,1 1-1,-1-1 0,1 1 1,0 0-1,-1 0 0,1 1 1,0-1-1,0 0 1,0 1-1,0 0 0,0 0 1,0 0-1,0 0 0,0 0 1,1 1-1,-1-1 1,-1 4-45,-2 18 63,1 0 0,1 0 0,1 1 0,1-1 0,2 1 0,0-1 0,4 22-63,-3-14 64,6 37 55,2 0 0,4-1 1,3 0-1,2-1 0,4-1 0,2-1 0,3-2 1,29 49-120,-53-103-74,0 0 1,1 0 0,0 0 0,0-1 0,1 1 0,0-1 0,1 0 0,0-1 0,0 1 0,1-1 0,0 0 0,0-1 0,0 0 0,1 0-1,0 0 1,0-1 0,0 0 0,1-1 0,0 0 0,0 0 0,0-1 0,0 0 0,1 0 0,0-1 73,18-2-2706</inkml:trace>
  <inkml:trace contextRef="#ctx0" brushRef="#br0" timeOffset="-1083.073">1346 938 6313,'0'0'1275,"0"0"-432,0 0-184,0 0 98,-26-8 81,-79-26-249,101 32-579,1 1 0,-1-1 0,0 1 0,0 0 0,0 0 0,0 0 0,0 1 0,0-1 0,0 1 0,-1 0 0,1 0 0,0 0 0,0 1 0,0-1 0,0 1 0,0 0 0,0 0 0,0 1 0,1-1 0,-1 1 0,0 0 0,1 0 0,-1 0 0,1 0 0,-1 1 0,1-1 0,0 1 0,0 0 0,0 0 0,1 0 0,-1 0 0,1 0 0,0 1 0,-1-1 0,1 1 0,1 0 0,-1-1 0,1 1 0,-1 0 0,1 0 0,0 0-1,0 0 1,1 0 0,-1 0 0,1 0 0,0 0 0,0 1 0,1-1 0,-1 0 0,1 0 0,0 0 0,0 0 0,0 0 0,0 0 0,1-1 0,1 4-10,0-1-45,1-1-1,0 0 1,1 0-1,-1-1 1,1 1-1,0-1 1,0 0 0,0 0-1,1-1 1,0 1-1,-1-1 1,1 0-1,0-1 1,0 1-1,0-1 1,1-1-1,-1 1 1,0-1 0,1 0-1,-1 0 1,1-1-1,-1 0 1,1 0-1,-1-1 1,1 1-1,5-2 46,-5 2-45,162 2-487,-165 0 542,-1 0 0,0 0 0,0 1-1,-1 0 1,1-1 0,-1 1 0,1 0 0,-1 0-1,0 1 1,0-1 0,0 0 0,0 1 0,-1-1-1,1 1 1,-1 0 0,0-1 0,0 1 0,-1 0-1,1 0 1,-1-1 0,1 1 0,-1 0 0,0 0-1,-1 0 1,1 0 0,-1-1 0,0 1 0,0 0-1,0 0 1,0-1 0,0 1-10,-1 15 39,0-5-99,2-13 19,-1 0 0,1 0 1,-1 0-1,1 0 0,-1 0 1,1 0-1,0 0 1,-1 0-1,1 0 0,0 0 1,0 0-1,0 0 0,0 1 1,0-1-1,0 0 0,0 0 1,0 0-1,1 0 0,-1 0 1,0 0-1,0 0 0,1 0 1,-1 0-1,1 0 0,-1 0 1,1 0-1,0 0 0,-1 0 1,1 0-1,0 0 0,-1 0 1,1-1-1,0 1 0,0 0 1,0-1-1,0 1 0,0 0 1,0-1-1,0 1 0,0-1 1,0 0-1,0 1 1,0-1 39,16 0-2830</inkml:trace>
  <inkml:trace contextRef="#ctx0" brushRef="#br0" timeOffset="-821.592">1631 0 7634,'0'0'1560,"0"0"-808,0 0-312,0 0 256,-63 161 209,61-44-289,2 44-192,2 31 72,22-15-168,3-38-224,-3-54 24,-3-34-128,2-6-8,1-2-48,-3-5-528,-21-36-720,0-2-1273,-6-8-5345</inkml:trace>
  <inkml:trace contextRef="#ctx0" brushRef="#br0" timeOffset="-562.649">1298 591 8426,'0'0'1264,"0"0"-1016,0 0 48,0 0 224,178 8-136,-94 5-384,34 9 0,-20-6-1048,-14-3-1888</inkml:trace>
  <inkml:trace contextRef="#ctx0" brushRef="#br0" timeOffset="-279.083">1999 866 4761,'0'0'967,"0"0"36,0 0 140,0 0-112,0 0-289,0 0-189,-17-11-27,-56-30-78,69 41-426,1 0-1,0 1 1,0-1-1,0 1 0,0-1 1,0 1-1,0 0 1,0 0-1,0 0 1,0 1-1,0-1 0,0 1 1,1-1-1,-1 1 1,0 0-1,1 0 0,0 0 1,-1 0-1,1 1 1,0-1-1,0 1 1,0-1-1,1 1 0,-1 0 1,1 0-1,-1-1 1,1 1-1,0 0 1,0 0-1,0 0 0,0 1 1,1-1-1,-1 1-21,0-2-7,-1 1 0,1-1 0,0 1-1,0-1 1,0 1 0,0 0 0,0-1 0,1 1-1,-1 0 1,1 0 0,-1 0 0,1 0 0,0-1-1,0 1 1,1 0 0,-1 0 0,1 0 0,-1 0-1,1-1 1,0 1 0,0 0 0,0-1 0,0 1-1,0 0 1,1-1 0,-1 0 0,1 1 0,0-1-1,0 0 1,0 0 0,0 0 0,0 0 0,0 0-1,0 0 1,0-1 0,1 1 0,-1-1 0,1 1-1,-1-1 1,3 1 7,207 1-3462,-100-11 3233,-110 9 264,0-1 0,0 1 0,0 0 1,0-1-1,0 1 0,0 0 0,0 0 1,0 1-1,0-1 0,0 0 0,-1 1 1,1-1-1,-1 1 0,1-1 0,-1 1 1,1 0-1,-1-1 0,0 1 0,0 0 1,0 0-1,0 0 0,0 0 0,0 0 1,0 0-1,-1 0 0,1 0 0,-1 1 1,0-1-1,1 0 0,-1 0 0,0 0 1,0 1-1,-1-1 0,1 0 0,0 0 1,-1 2-36,18 55 734,48-28-2208,-30-29-2060</inkml:trace>
  <inkml:trace contextRef="#ctx0" brushRef="#br0" timeOffset="15535.422">36 2192 1256,'0'0'6130,"0"0"-4250,0 0-856,0 0-528,0 0-248,0 0-8,0 0 152,-15 131 41,6-77-121,3-3-120,0-6-120,6-10-64,0-6-16,0-7-128,6-9-1097,3-13-1447</inkml:trace>
  <inkml:trace contextRef="#ctx0" brushRef="#br0" timeOffset="15711.515">18 1885 8810,'0'0'1272,"0"0"-1000,0 0-272,0 0 0,0 0-8,0 0-728,125 144-1128,-90-96-1385</inkml:trace>
  <inkml:trace contextRef="#ctx0" brushRef="#br0" timeOffset="15963.764">315 2307 2657,'0'0'1897,"0"0"-298,0 0-318,1 27-336,4 156 1102,21-198-2512,31-28-322,-44 31 685,0 1 0,1 0 0,0 0 0,1 2 0,0-1 0,1 2 0,0 0 0,0 1-1,0 1 1,1 0 0,0 2 0,0-1 0,5 1 102,-20 6 110,-1 0-1,1-1 1,-1 1 0,1 0-1,-1 0 1,0 0 0,0 0-1,0 0 1,0 1 0,0-1-1,0 0 1,0 0 0,-1 1-1,1-1 1,-1 0 0,0 1 0,1-1-1,-1 0 1,0 1 0,-1-1-1,1 0 1,0 1 0,-1-1-1,1 0 1,-1 1 0,0-1-1,0 1-109,1 2 249,-29 137-221,36-134-4520,7-8-1805</inkml:trace>
  <inkml:trace contextRef="#ctx0" brushRef="#br0" timeOffset="16213.171">986 1730 8122,'0'0'1848,"0"0"-1000,0 0-120,0 0 145,-18 187-145,7-91-240,2 11-264,3 0-64,3-3-56,3-13-32,0-11-72,0-15-120,6-20-680,-3-16-1345,-3-18-3080</inkml:trace>
  <inkml:trace contextRef="#ctx0" brushRef="#br0" timeOffset="16480.876">743 2142 8362,'0'0'1768,"0"0"-1232,0 0-24,154-22-96,-83 22-287,10 0-129,23 16-665,-21 14-1591,-21 2-3057</inkml:trace>
  <inkml:trace contextRef="#ctx0" brushRef="#br0" timeOffset="16656.243">1346 2449 5697,'0'0'1794,"0"0"-694,0 0-308,0 0-213,0 0-247,0 0-149,-25 17-103,-72 58-21,96-74-60,-1 1 0,1 0 1,-1 0-1,1 0 0,0 0 0,0-1 1,0 2-1,0-1 0,0 0 1,0 0-1,1 0 0,-1 0 1,1 1-1,-1-1 0,1 0 0,0 0 1,0 1-1,0-1 0,0 0 1,0 0-1,0 1 0,1-1 1,-1 0-1,1 0 0,0 1 0,-1-1 1,1 0-1,0 0 0,0 0 1,1 0-1,-1 0 0,0 0 1,1-1-1,-1 1 0,1 0 0,-1-1 1,1 1-1,0-1 0,-1 1 1,1-1-1,0 0 0,0 0 1,0 0-1,0 0 0,1 0 0,-1 0 1,0 0-1,0-1 0,0 1 1,1-1-1,-1 0 0,0 0 1,0 0-1,2 0 1,-1 2-9,8 2 25,0 1 0,1-2 0,-1 0 0,1 0 0,0-1 0,-1 0 0,1-1 0,0 0 0,0-1 0,0-1 1,0 1-1,0-2 0,0 0 0,0 0 0,-1-1 0,1-1 0,-1 0 0,0 0 0,0-1 0,0-1 0,-1 0 0,0 0 0,0-1 0,0 0 0,1-2-16,-9 6 55,1-1 1,0 1-1,-1-1 0,0 0 0,1 0 0,-1 0 0,-1 0 0,1 0 0,-1 0 0,0-1 0,0 1 0,0 0 0,0-1 1,-1 1-1,1-1 0,-1 1 0,-1-1 0,1 1 0,0 0 0,-1-1 0,0 1 0,0 0 0,0-1 0,-1 1 1,0 0-1,1 0 0,-1 0 0,-1 0 0,1 0 0,0 1 0,-1-1 0,0 1 0,0-1 0,0 1 0,0 0 1,-1 0-1,1 0 0,-1 1 0,1-1 0,-1 1 0,0 0 0,0 0 0,-1 0-55,-12-7 106,0 0 0,-1 1 0,0 1 0,0 1 0,-1 1 1,0 0-1,0 1 0,0 1 0,-9 1-106,27 1-74,1 1 0,-1 0 0,0-1 1,0 1-1,0 0 0,0 0 0,0 0 0,0 0 1,0 0-1,0 0 0,1 0 0,-1 0 0,0 1 1,0-1-1,0 0 0,0 0 0,0 1 0,0-1 1,1 0-1,-1 1 0,0-1 0,0 1 0,1-1 1,-1 1-1,0 0 0,1-1 0,-1 1 0,0 0 1,1-1-1,-1 1 0,1 0 0,-1 0 1,1-1-1,-1 1 0,1 0 0,0 0 0,-1 0 1,1 0-1,0 0 0,0-1 0,0 1 0,0 0 1,0 0-1,0 0 0,0 0 0,0 0 0,0 0 1,0 0-1,0 0 0,0-1 0,1 1 0,-1 0 1,0 0-1,1 0 0,-1 0 0,0-1 0,1 1 1,-1 0-1,1 0 0,0 0 74,11 16-4641</inkml:trace>
  <inkml:trace contextRef="#ctx0" brushRef="#br0" timeOffset="17740.79">2739 2256 4785,'0'0'1778,"0"0"-453,0 0-290,0 0-153,0 0-81,0 0 30,-28-13-241,-92-39-180,117 50-394,0 1-1,0 0 0,-1 0 0,1 0 1,0 0-1,-1 0 0,1 1 0,0-1 1,-1 1-1,1 0 0,-1 0 0,1 0 1,0 0-1,-1 1 0,1 0 0,0-1 1,-1 1-1,1 0 0,0 1 0,0-1 1,0 0-1,0 1 0,0 0 0,0 0 1,0 0-1,1 0 0,-1 0 0,0 0 1,1 1-1,-1 1-15,-8 5 58,0 1 11,-1 0 1,1 1-1,1 0 0,0 0 0,0 1 0,1 1 0,1 0 0,0 0 0,1 0 0,0 1 0,1 0 0,0 0 0,1 1 0,1-1 0,1 1 0,0 0 0,0 3-69,3-15-6,1 0 0,-1 1 0,1-1-1,0 0 1,0 0 0,0 0 0,0 0 0,1 0-1,-1 0 1,1 0 0,0 0 0,-1 0 0,1 0 0,1-1-1,-1 1 1,0-1 0,1 0 0,-1 0 0,1 0 0,-1 0-1,1 0 1,0 0 0,0-1 0,0 1 0,0-1 0,0 0-1,0 0 1,1 0 0,-1 0 0,0 0 0,0-1 0,1 0-1,-1 1 1,0-1 0,1 0 0,-1-1 0,0 1-1,1-1 1,-1 1 0,0-1 0,0 0 0,0 0 0,2-1 6,14-2-120,0-1 0,0-1 0,-1 0 1,1-2-1,-2 0 0,1-1 0,-1 0 1,-1-2-1,1 0 0,-2-1 0,0 0 1,0-1-1,-1-1 0,-1 0 0,3-5 120,-15 19 13,0 0-1,0-1 1,-1 1 0,1 0-1,0 0 1,0 0-1,0 0 1,0 0 0,0 0-1,0 0 1,0 0-1,-1 0 1,1 0 0,0 0-1,0 0 1,0 1-1,0-1 1,0 0-1,-1 1 1,1-1 0,0 1-1,0-1 1,-1 1-1,1-1 1,0 1 0,-1-1-1,1 1 1,0 0-1,-1-1 1,1 1 0,-1 0-1,1 0 1,-1-1-1,1 1 1,-1 0 0,0 0-1,1 0 1,-1-1-1,0 1 1,0 0-1,1 0 1,-1 0 0,0 0-1,0 0 1,0 0-1,0 0 1,0-1 0,0 1-1,-1 0 1,1 0-1,0 0 1,0 0 0,-1 0-1,1 0 1,0-1-1,-1 1-12,12 33 67,-6-27-214,1 1 0,1-1 0,-1-1 0,1 1 0,1-1-1,-1 0 1,1-1 0,0 0 0,0 0 0,0 0 0,1-1-1,0-1 1,0 1 0,0-1 0,0-1 0,0 0 0,4 0 147,42 6-5743</inkml:trace>
  <inkml:trace contextRef="#ctx0" brushRef="#br0" timeOffset="18215.327">4007 2109 6601,'0'0'1931,"0"0"-540,0 0-296,0 0-161,-26-4-310,4-1-523,-167-13 321,178 21-400,-1 0 0,1 0 0,0 2 0,0-1 0,0 1 1,0 1-1,1-1 0,0 2 0,0 0 0,1 0 0,0 1 0,0 0 0,0 0 1,1 1-1,1 0 0,-1 0 0,2 1 0,-1 0 0,1 0 0,1 1 0,0 0 1,-3 8-23,8-14-22,1 0 1,0-1-1,0 1 0,0 0 1,0 0-1,1 0 1,0-1-1,0 1 1,0-1-1,0 1 1,1-1-1,0 0 1,-1 0-1,2 0 1,-1-1-1,0 1 1,1-1-1,-1 1 0,1-1 1,0 0-1,0 0 1,1-1-1,-1 1 1,0-1-1,1 0 1,0 0-1,-1-1 1,1 1-1,0-1 1,0 0-1,4 0 22,9 6-143,222 92-1234,-239-99 1397,0 0 1,0 0-1,1 0 0,-1 1 0,0-1 0,0 0 0,0 0 0,1 1 0,-1-1 0,0 1 0,0-1 0,0 1 0,0 0 0,0-1 0,0 1 0,0 0 0,0 0 0,0 0 0,0 0 0,0-1 0,-1 1 0,1 0 0,0 1 1,0-1-1,-1 0 0,1 0 0,-1 0 0,1 0 0,-1 0 0,0 1 0,1-1 0,-1 0 0,0 0 0,0 0 0,0 1 0,0-1 0,0 0 0,0 0 0,0 1 0,0-1 0,-1 0 0,1 0 0,0 1 0,-1-1 0,1 0 1,-1 0-1,1 0 0,-1 0 0,1 0 0,-1 0 0,0 0 0,0 0 0,0 0 0,1 0 0,-1 0 0,0 0 0,0 0 0,0-1 0,0 1 0,0 0 0,-1-1 0,1 1 0,0-1 0,0 1 0,0-1-20,-72 14 536,0-4-1,-1-3 1,0-3-1,-30-4-535,101 0-325,7 0-1536,19 0-2394</inkml:trace>
  <inkml:trace contextRef="#ctx0" brushRef="#br0" timeOffset="18578.374">4343 2251 6385,'0'0'1647,"0"0"-572,0 0-6,0 0-116,0 0-388,0 0-274,-26 15-124,-81 52-63,105-65-101,-1-1 1,1 1-1,-1 0 1,1 0-1,0 0 1,0 0-1,0 0 1,0 1-1,0-1 1,0 1-1,1-1 0,-1 1 1,1 0-1,-1-1 1,1 1-1,0 0 1,0 0-1,1 0 1,-1 0-1,0 0 1,1 0-1,0 0 0,0 0 1,0 0-1,0 0 1,0 0-1,1 1-3,0 9 4,-1-9-13,1 1 0,-1-1-1,1 1 1,0-1-1,1 1 1,-1-1-1,1 1 1,0-1 0,0 0-1,0 0 1,1 0-1,-1 0 1,1 0 0,0-1-1,0 1 1,0-1-1,0 0 1,1 0 0,0 0-1,-1 0 1,1-1-1,0 1 1,0-1 0,0 0-1,1 0 1,-1-1-1,0 1 1,1-1 0,-1 0-1,1 0 1,0 0-1,-1-1 1,4 0 9,1 2-8,0-1 0,0-1-1,0 0 1,-1 0 0,1-1 0,0 0 0,0 0 0,-1-1-1,1 0 1,-1-1 0,1 1 0,-1-2 0,0 1-1,0-1 1,-1-1 0,1 1 0,5-5 8,-10 6 62,0 1 1,0-1-1,0 0 0,0 0 1,-1 0-1,1 0 1,-1-1-1,0 1 0,0 0 1,0-1-1,-1 0 1,1 1-1,-1-1 0,0 0 1,1 0-1,-2 0 1,1 0-1,0 0 0,-1 1 1,0-1-1,0 0 1,0 0-1,-1 0 0,1 0 1,-1 0-1,0 0 1,0 0-1,0 0 0,0 0 1,-1 1-1,0-1 1,0 1-1,0-1 0,0 1 1,0-1-1,-1 1 0,1 0 1,-1 0-1,0 1 1,0-1-1,0 0 0,-1 0-62,-8-4-73,-1 1-1,1 0 0,-1 0 0,0 2 0,0 0 0,0 0 1,-1 1-1,1 1 0,-1 0 0,0 1 0,-13 0 74,27 1-3272,0 3-3167</inkml:trace>
  <inkml:trace contextRef="#ctx0" brushRef="#br0" timeOffset="18956.558">4756 2182 7962,'0'0'1761,"0"0"-755,0 0-285,0 0-84,0 0-256,0 0-125,-5 28-45,-20 160 69,25-184-279,0 1 1,0-1-1,0 1 1,1-1-1,-1 1 1,1-1-1,0 0 1,0 1 0,1-1-1,-1 0 1,1 0-1,0 0 1,0 0-1,1 0 1,-1 0-1,1-1 1,-1 1-1,1-1 1,0 1-1,1-1 1,-1 0-1,1 0 1,-1-1-1,1 1 1,0-1-1,0 0 1,0 0-1,0 0 1,0 0-1,0-1 1,0 1-1,1-1 1,-1 0 0,1-1-1,-1 1 1,1-1-1,-1 0 1,1 0-1,-1 0 1,1-1-1,-1 1 1,0-1-1,1 0 1,-1 0-1,0-1 1,1 1-1,-1-1 1,0 0-1,0 0 1,0-1-2,21-17-481,-1-1 0,-1 0 0,-1-2 0,-1-1 0,-1-1 0,-1 0-1,15-28 482,-29 27 1933,-31 49-821,21-12-1103,1 1 1,0-1-1,1 1 0,0 0 0,1 0 0,0 0 1,1 0-1,0 0 0,1 0 0,0 1 1,1-1-1,0 0 0,3 10-9,-2-18-156,0-1 0,1 1 0,-1 0 0,1-1 1,0 0-1,0 1 0,0-1 0,0 0 0,0 0 0,1-1 0,0 1 0,-1-1 0,1 0 0,0 0 0,0 0 1,0 0-1,0-1 0,0 1 0,1-1 0,-1 0 0,0-1 0,4 1 156,22 1-5145</inkml:trace>
  <inkml:trace contextRef="#ctx0" brushRef="#br0" timeOffset="19253.956">5225 2198 6209,'0'0'1786,"0"0"-991,0 0-424,0 0 242,0 0 43,0 0-102,18 30-110,106 198 224,-102-161 659,-34-70-107,8-3-1162,1-1 1,0 1-1,0-1 0,1 0 0,0 0 1,0 0-1,1 0 0,-1 0 0,2 0 1,-1-1-1,1 1 0,0 0 1,0 0-1,2-5-58,-2-3 80,0 9-89,0-1 0,0 1 0,1 0 0,0 0 0,0-1 0,1 1 0,0 0 0,0 0 0,0 1 0,0-1 0,1 0 0,0 1 0,0-1 0,1 1 0,0 0 0,0 0 0,0 0 0,0 1 0,1 0 0,-1-1 0,1 1 0,0 1 0,1-1 0,-1 1 0,1 0 0,-1 0 0,1 1 0,5-2 9,113-17-5058,-87 21-1090</inkml:trace>
  <inkml:trace contextRef="#ctx0" brushRef="#br0" timeOffset="19480.921">5882 2206 6185,'0'0'2153,"0"0"-721,0 0 208,0 0-407,0 0-417,0 0-368,0 0-296,-164 24-64,132 19 24,11 2 32,12 0-144,9-4 0,15-7-336,17-10-1616,1-13-5018</inkml:trace>
  <inkml:trace contextRef="#ctx0" brushRef="#br0" timeOffset="19799.592">6012 2371 6873,'0'0'1595,"0"0"-745,0 0-118,0 0 54,30 1-233,94-2-226,-118 1-315,0 0-1,1 0 1,-1-1 0,0 0 0,0 0 0,0 0-1,0-1 1,0 0 0,0 0 0,0 0-1,-1-1 1,1 0 0,-1 0 0,1 0 0,-1-1-1,0 0 1,0 0 0,-1 0 0,1 0 0,-1-1-1,0 0 1,0 0 0,-1 0 0,0 0 0,1 0-1,-2-1 1,1 0 0,-1 1 0,1-1-1,-2 0 1,1 0 0,-1 0 0,0 0 0,0-1-1,0 1 1,-1 0 0,0-5-12,-3 6 21,0 0 1,-1 0 0,0 0-1,0 0 1,0 1-1,0 0 1,-1 0-1,1 0 1,-1 0-1,0 1 1,0 0-1,-1 0 1,1 0-1,-1 1 1,1-1-1,-1 1 1,0 1-1,0-1 1,1 1 0,-1 0-1,0 0 1,0 1-1,-1 0 1,1 0-1,0 0 1,0 1-1,0-1 1,0 2-1,1-1 1,-1 1-1,0-1 1,0 2-1,1-1 1,-1 1-1,-3 2-21,-2 2 97,1 1-1,-1 0 1,1 1-1,1 1 0,-1-1 1,2 1-1,-1 1 0,2 0 1,-1 0-1,1 0 0,1 1 1,0 0-1,1 0 1,0 1-1,1-1 0,0 1 1,1 0-1,1 0 0,0 1 1,0-1-1,1 0 1,1 1-1,1 0-96,-1-6 24,1 0 0,0 0 0,1 0 0,0 0 0,0 0 0,1-1 0,0 1 0,0-1 0,0 0 0,1 1 0,0-2 0,1 1 0,0 0 0,0-1 1,0 0-1,1 0 0,-1-1 0,2 1 0,-1-1 0,0 0 0,1-1 0,0 0 0,0 0 0,0 0 0,1-1 0,-1 0 0,1-1 0,0 1 0,-1-1 0,1-1 0,0 0 0,0 0 0,0 0 0,0-1 0,0 0 0,2-1-24,242-14-2947,-145-17-4692</inkml:trace>
  <inkml:trace contextRef="#ctx0" brushRef="#br0" timeOffset="20363.863">7620 1524 5417,'0'0'1914,"0"0"-271,0 0-127,0 0-62,0 0-491,0 0-460,1 8-155,2 25-94,-1-1 1,-2 1-1,-1-1 1,-2 0 0,-1 1-1,-2-1 1,-1-1-1,-6 19-254,-4 22 233,-41 310 91,51-219-2859,7-144-1519</inkml:trace>
  <inkml:trace contextRef="#ctx0" brushRef="#br0" timeOffset="20579.844">7260 2115 9354,'0'0'2136,"0"0"-1567,0 0-25,0 0 480,193-46-216,-92 36-424,9 2-256,9 8-128,23 0-512,-32 5-1368,-26 6-4698</inkml:trace>
  <inkml:trace contextRef="#ctx0" brushRef="#br0" timeOffset="20880.222">8208 2150 5905,'0'0'1435,"0"0"-652,0 0-69,0 0 258,0 0 79,0 0-198,-23 0-305,7 0-443,9-1-71,1 1 0,-1-1 0,1 1 1,-1 1-1,1-1 0,-1 1 0,1 0 1,0 1-1,-1-1 0,1 1 0,0 0 1,0 1-1,0 0 0,0 0 0,1 0 1,-1 0-1,1 1 0,0 0 1,0 0-1,-3 3-34,3-2 44,1 0-1,0 0 1,0 1 0,1-1 0,-1 1 0,1-1 0,0 1 0,1 0-1,-1 0 1,1 1 0,1-1 0,-1 0 0,1 1 0,0-1-1,0 1 1,1 0-44,3-3-44,0-1-1,1 0 0,0 0 1,-1 0-1,1 0 1,0 0-1,1-1 0,-1 1 1,0-1-1,1 0 0,-1-1 1,1 1-1,-1-1 1,1 0-1,0 0 0,0 0 1,0-1-1,-1 0 0,1 0 1,0 0-1,0 0 0,0-1 1,-1 0-1,1 0 1,0 0-1,-1 0 0,2-1 45,13 0-464,237-60-7105,-255 63 7715,1 0-1,-1 0 1,0 0-1,1 0 1,-1 0-1,0 0 1,0 0-1,0 0 1,0 1-1,0-1 1,0 0-1,0 1 1,0-1-1,-1 1 1,1-1-1,-1 1 1,1-1-1,-1 1 1,1 0-1,-1-1 1,0 1 0,0-1-1,0 1 1,0 0-1,0-1 1,0 1-1,0 0 1,0-1-1,-1 1 1,1-1-1,0 1 1,-1-1-1,0 1 1,1-1-1,-1 1 1,0-1-1,0 1 1,0-1-1,0 0 1,0 1-1,0-1 1,0 0-1,-1 1-145,-1 5 197,2-5-207,0-1 1,-1 1-1,1 1 1,0-1-1,0 0 1,0 0-1,0 0 1,1 0-1,-1 1 0,1-1 1,-1 0-1,1 1 1,0-1-1,0 0 1,0 1-1,0-1 1,0 0-1,0 1 1,1-1-1,-1 0 1,1 1-1,0-1 1,-1 0-1,1 0 1,0 0-1,0 1 1,1-1-1,-1 0 1,0-1-1,1 1 1,-1 0-1,1 0 0,0-1 1,-1 1-1,1 0 1,0-1-1,0 0 1,0 1-1,0-1 1,0 0-1,0 0 1,0 0-1,2 0 10,33 4-2470,-1-4-1953</inkml:trace>
  <inkml:trace contextRef="#ctx0" brushRef="#br0" timeOffset="21161.223">8716 1575 8090,'0'0'2428,"0"0"-1047,0 0-665,0 0-170,0 0-57,-9 33 63,-59 239 367,56-214-826,1 0 1,4 1-1,2 0 1,2 0-1,3 0 1,4 21-94,-3-76-9,0 0 1,0 0-1,1 0 1,-1 0-1,1 0 0,0 0 1,0 0-1,0-1 1,0 1-1,0-1 0,1 0 1,0 1-1,0-1 1,0 0-1,0-1 0,0 1 1,1 0-1,-1-1 1,1 0-1,-1 0 0,1 0 1,0 0-1,0-1 1,0 1-1,0-1 0,0 0 1,0 0-1,0-1 1,0 1-1,1-1 0,-1 0 1,4 0 8,137-18-1852,18-15-2984,-83 23 694</inkml:trace>
  <inkml:trace contextRef="#ctx0" brushRef="#br0" timeOffset="21341.886">9221 2398 800,'0'0'2409,"0"0"-113,0 0 33,0 0-345,-190 137-79,112-116-657,-2-8-128,3-5-112,12-8-416,17 0-304,18-5-288,24-19 0,12-30-768,27 9-880,6-3-3961</inkml:trace>
  <inkml:trace contextRef="#ctx0" brushRef="#br0" timeOffset="21596.543">9476 1551 9354,'0'0'2497,"0"0"-1617,0 0-112,-56 184 168,41-82-208,6 10-296,6 6-152,3-3-168,0-8-112,0-11-48,6-5-200,6-27-808,-3-27-1728</inkml:trace>
  <inkml:trace contextRef="#ctx0" brushRef="#br0" timeOffset="21992.985">9631 2318 9354,'0'0'1975,"0"0"-1067,0 0-182,28 2-70,94 7-181,-109-8-444,-1-1 0,1 0 1,0 0-1,0-1 0,-1-1 0,1 0 1,-1-1-1,1 0 0,-1-1 1,0 0-1,-1-1 0,1 0 1,-1-1-1,0-1 0,0 1 0,0-2 1,5-5-32,-13 10-9,1 0 0,-1 0 0,0 0 0,0-1 0,0 1 0,0-1 0,-1 0 0,1 0 0,-1 0 0,0 0 0,-1 0 0,1 0 0,0-1 0,-1 1 0,0 0 0,0-1 0,-1 0 0,1 1 0,-1-1 0,0 1 0,0-1 0,0 1 0,-1-1 0,0 1 0,0-1 0,0 1 0,0-1 0,-1 1 0,1 0 0,-1 0 0,0 0 0,-1 0 0,1 0 0,-1 0 0,1 0 0,-1 1 0,0-1 0,0 1 0,-1 0 0,1 0 0,-1 0 0,0 0 0,1 1 0,-1 0 0,0-1 0,-4 0 9,-4-1 32,1 0-1,-1 1 1,0 1-1,0 0 0,0 1 1,0 0-1,0 1 1,0 0-1,0 0 0,0 2 1,0-1-1,0 2 0,0 0 1,1 0-1,-1 1 1,1 0-1,0 1 0,0 0 1,0 1-1,1 0 1,0 1-1,0 0 0,0 0 1,1 1-1,1 1 1,-1-1-1,1 1 0,0 1 1,1-1-1,0 1 1,1 1-1,0-1 0,1 1 1,0 0-1,0 0 1,1 1-1,-2 10-31,3-12 58,1-1 0,0 1-1,0-1 1,1 1 0,0 0 0,1-1 0,0 1 0,0 0-1,1 0 1,0-1 0,1 1 0,0-1 0,1 1 0,0-1-1,0 0 1,1 0 0,0 0 0,1 0 0,-1-1 0,2 1-1,-1-1 1,7 6-58,15 5 24,1-2 1,0-1-1,2-1 0,0-1 0,0-2 0,1-1 0,1-1 1,0-2-1,0-1 0,0-2 0,1-1 0,0-1 0,-1-2 1,1-1-1,0-2 0,15-3-24,83-10-523,-63-34-3406,-59 20-3867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1T07:08:07.0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434 634 6369,'0'0'1861,"0"0"-657,0 0 11,0 0 139,0 0-465,0 0-417,-17-18-162,-58-53-37,7 52 138,52 20-302,4 0-86,0 1-1,0 1 1,0 0-1,0 0 1,1 1 0,-1 0-1,1 1 1,0 1-1,1 0 1,-1 0-1,1 1 1,0 0 0,1 1-1,0 0 1,0 0-1,0 1 1,1 0-1,1 1 1,0 0 0,0 0-1,0 0 1,2 1-1,-1 0 1,1 0 0,1 1-1,0-1 1,1 1-1,-2 11-22,3-19-6,1 0 0,0 0 0,0 0 0,0 0-1,0 0 1,1 0 0,0 0 0,0 0 0,0 0 0,0 1 0,1-1-1,-1 0 1,1 0 0,0 0 0,1 0 0,-1 0 0,0 0 0,1-1-1,0 1 1,0 0 0,0-1 0,1 0 0,-1 1 0,1-1 0,0 0-1,-1 0 1,1 0 0,1 0 0,-1-1 0,0 0 0,1 1 0,-1-1-1,1 0 1,0 0 0,-1-1 0,1 1 0,0-1 0,0 0-1,0 0 1,0 0 0,4 0 6,2-1-29,0-1-1,0 1 0,0-2 1,1 1-1,-1-1 1,-1-1-1,1 0 1,0 0-1,-1-1 0,1 0 1,-1-1-1,0 0 1,-1 0-1,1-1 0,-1 0 1,0-1-1,-1 1 1,1-1-1,5-8 30,109-167-1112,-46-83-2498,-65 208 1705,7-32-3408</inkml:trace>
  <inkml:trace contextRef="#ctx0" brushRef="#br0" timeOffset="175.507">583 0 4321,'0'0'4313,"0"0"-2761,0 0-704,0 0 537,-51 177-265,37-97-256,8 6-232,3-1-128,3-2-120,0-5-136,0-9-120,0-10-120,0-8 8,0-11-16,0-8-16,0-5-768,0-9-1216,3-7-3313</inkml:trace>
  <inkml:trace contextRef="#ctx0" brushRef="#br0" timeOffset="560.305">936 637 704,'0'0'6140,"0"0"-3786,0 0-1124,0 0-28,-26-5-227,-87-13-363,104 18-551,0 0-1,0 1 0,0 0 0,0 0 0,0 1 0,0 0 0,0 0 0,0 1 0,1 0 1,0 1-1,-1 0 0,1 0 0,1 1 0,-1 0 0,1 0 0,0 1 0,0 0 0,0 0 0,1 1 1,0-1-1,0 2 0,1-1 0,0 0 0,0 1 0,0 0 0,1 0 0,1 0 0,-1 1 1,0 3-61,-17 93 401,23-101-417,1 0 1,0 0-1,0-1 1,0 0-1,1 1 0,-1-1 1,1-1-1,0 1 1,-1 0-1,1-1 0,1 0 1,-1 0-1,0 0 1,0 0-1,1-1 0,-1 0 1,1 0-1,-1 0 1,1 0-1,-1-1 0,1 1 1,0-1-1,-1 0 1,1-1-1,0 1 0,-1-1 1,1 0-1,-1 0 1,1-1-1,0 0 16,2 2-49,147-53-1362,-64 13 818,-88 39 606,1 0-1,-1 0 1,1 1-1,-1-1 1,1 0-1,-1 1 1,1 0-1,0 0 0,-1-1 1,1 2-1,0-1 1,-1 0-1,1 0 1,0 1-1,-1-1 0,1 1 1,-1 0-1,1 0 1,-1 0-1,1 0 1,-1 0-1,0 1 1,0-1-1,0 1 0,1-1 1,-1 1-1,0 0 1,-1 0-1,1 0 1,0 0-1,-1 0 1,1 0-1,-1 0 0,1 1 1,-1-1-1,0 1 1,0-1-1,0 1 1,-1-1-1,1 1 1,0-1-1,-1 1 0,0 0 1,1 1-13,33 56-17,6-48-3365,-21-12-1967</inkml:trace>
  <inkml:trace contextRef="#ctx0" brushRef="#br0" timeOffset="808.183">1293 0 6465,'0'0'2945,"0"0"-624,0 0-1065,0 0-504,0 0 296,0 206 416,0-93-271,3 12-401,12 3-384,2-23-272,4-1-128,3-18-8,-3-20-104,-9-20-528,-12-33-520,-6-13-1337,-21 0-8289</inkml:trace>
  <inkml:trace contextRef="#ctx0" brushRef="#br0" timeOffset="1215.755">1257 479 10298,'0'0'1683,"0"0"-821,29-11-338,3-2-386,148-32 295,-70 46-1025,-100-2 217,0 2 0,0-1 0,0 1 1,0 0-1,0 1 0,0 1 0,0-1 0,-1 1 0,1 1 0,-1 0 0,0 0 0,0 1 1,0 0-1,-1 0 0,0 1 0,0 0 0,0 1 0,-1 0 0,0 0 0,0 0 1,-1 1-1,0 0 0,0 1 0,3 4 375,-9-11 112,0-1 1,1 0-1,-1 0 1,0 0 0,1 0-1,-1 1 1,0-1-1,0 0 1,0 0-1,0 0 1,0 1-1,0-1 1,-1 0-1,1 0 1,0 0-1,0 1 1,-1-1-1,1 0 1,-1 0-1,1 0 1,-1 0-1,0 0 1,1 0-1,-1 0 1,0 0-1,0 0 1,1 0-1,-1 0 1,0-1-1,0 1 1,0 0-1,0 0 1,0-1-1,0 1 1,-1-1-1,1 1 1,0-1 0,0 1-1,0-1 1,0 0-1,-1 0 1,1 1-1,0-1 1,0 0-1,0 0 1,-1 0-1,1 0 1,0-1-1,0 1 1,0 0-1,-1 0 1,1-1-1,0 1 1,0-1-1,0 1 1,0-1-1,0 1 1,0-1-1,0 0 1,0 1-1,0-1-112,-26 0 632,15 5-494,0 0 0,0 1-1,0 0 1,1 1 0,0 0 0,0 1 0,1 0 0,-1 1 0,1 0 0,1 0 0,0 1-1,0 0 1,1 1 0,0 0 0,0 0 0,1 1 0,1 0 0,0 0 0,0 1-1,1 0 1,0-1 0,1 2 0,1-1 0,0 0 0,1 1 0,0-1 0,1 1-1,0 0 1,1 0 0,0-1 0,2 14-138,2-22-6,-1 0 0,1 0 0,0 0 0,0 0-1,0-1 1,1 1 0,-1-1 0,1 0 0,0-1 0,-1 1 0,1-1-1,1 0 1,-1 0 0,0 0 0,0-1 0,1 0 0,-1 0 0,1 0-1,-1 0 1,1-1 0,-1 0 0,1 0 0,-1-1 0,1 0 0,-1 0-1,0 0 1,1 0 0,-1-1 0,0 0 0,0 0 0,0 0 0,0-1-1,1 0 7,153-119-1580,-158 122 1582,0 0-1,0-1 1,0 1-1,0 0 1,0 0 0,0 0-1,0 0 1,0 0-1,0 0 1,0 0-1,0 0 1,0 0 0,0 0-1,0 0 1,0 0-1,0 1 1,0-1-1,0 1 1,0-1 0,0 0-1,0 1 1,0 0-1,0-1 1,0 1-1,0-1 1,-1 1 0,1 0-1,0 0 1,-1-1-1,1 1 1,0 0 0,-1 0-1,1 0 1,-1 0-1,1 0 1,-1 0-1,0 0 1,1 0 0,-1 0-1,0 0 1,0 0-1,0 0 1,1 0-1,-1 0 1,0 0 0,0 0-1,-1 0 1,1 0-1,0 0 1,0 0-1,0 0 1,-1 0 0,1 0-1,-1 1-1,5 13 110,4 1-107,0 0 0,0-1 0,2 0 0,0 0 0,1-1 0,0-1 0,1 1 0,0-2 0,1 0 0,1 0 0,0-1 0,0-1 0,1 0 0,2-1-3,28 15-1449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1T07:08:04.5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428 508 6345,'0'0'1385,"0"0"-713,0 0-496,0 0 120,-187 51-120,119-22-40,5 3 40,13-2 288,11-1 264,19-2 72,20 0-423,0 2 167,47-2-32,21-3-280,19-11-232,58-13-8,-20-5-1264,-18-19-1337</inkml:trace>
  <inkml:trace contextRef="#ctx0" brushRef="#br0" timeOffset="274.102">910 48 7402,'0'0'1896,"0"0"-992,0 0-360,0 0 729,-72 211-321,48-117-360,4 5-256,5 0-160,6-8-128,9-14-48,0-13-32,0-18-776,0-14-1577,9-24-4768</inkml:trace>
  <inkml:trace contextRef="#ctx0" brushRef="#br0" timeOffset="614.415">1055 596 8738,'0'0'1595,"0"0"-958,0 0-346,0 0 108,33 2-76,110-2-133,-17-44 73,-109 33-232,-12 9-66,0 0 1,0-1 0,-1 1-1,1-1 1,0 0 0,-1 0-1,0 0 1,0-1 0,0 1-1,0-1 1,-1 0 0,1 0-1,-1-1 1,0 1 0,0 0-1,0-1 1,-1 0 0,0 0-1,0 0 1,0 0 0,0 0-1,-1 0 1,0 0-1,0-1 1,0 1 0,-1 0-1,0-1 1,0 1 34,-4 1-24,0 0 1,0 1-1,0 0 0,0 0 0,-1 0 0,0 0 1,1 0-1,-1 1 0,0 0 0,0 0 0,0 1 1,0-1-1,-1 1 0,1 0 0,0 0 0,-1 1 1,1 0-1,0 0 0,-1 0 0,1 0 1,-3 1 23,-5-1-30,-6-1 74,0 1 1,0 1-1,0 1 0,0 1 1,0 0-1,1 1 1,-1 1-1,1 1 1,-4 3-45,15-7 76,1 1 0,-1 1 0,1-1 0,0 1 0,0 0 0,0 0 0,0 1 0,1 0 0,0 0 0,0 0 0,0 0 0,1 1 0,0 0 0,0 0 0,0 0 0,1 0 0,-1 1 0,2 0 0,-1-1 0,1 1 0,0 0 0,0 0 0,1 0 0,0 0 0,0 0 0,1 1-76,0-3 31,0 0 0,1-1 0,-1 1 1,1 0-1,1 0 0,-1-1 0,1 1 0,-1 0 0,1-1 0,0 0 0,1 1 0,-1-1 0,1 0 0,0 0 0,0 0 1,0-1-1,1 1 0,-1-1 0,1 0 0,-1 0 0,1 0 0,0 0 0,1 0 0,-1-1 0,0 0 0,1 0 0,-1 0 1,4 0-32,145 28-239,55-34-2645,-122-17-1991</inkml:trace>
  <inkml:trace contextRef="#ctx0" brushRef="#br0" timeOffset="1299.295">1943 430 6369,'0'0'1853,"0"0"-625,0 0-313,0 0 193,0 0-220,0 0-150,-31-7-194,-104-15-136,129 22-373,1 0 0,-1 0 1,1 1-1,0 0 0,-1 0 0,1 0 1,0 1-1,-1 0 0,1 0 0,0 0 1,0 0-1,1 1 0,-1 0 0,0 0 0,1 0 1,0 1-1,0-1 0,0 1 0,0 0 1,0 0-1,-1 4-35,-9 7 159,6-9-115,0 0 0,1 0 0,0 1-1,1 0 1,-1 0 0,1 0 0,0 1 0,1 0 0,0 1 0,0-1 0,1 1 0,0 0-1,1 0 1,0 0 0,0 0 0,1 0 0,0 1 0,1-1 0,0 1 0,0 0 0,1-1 0,0 1-1,2 8-43,0-15-19,1 0 0,1 0-1,-1 0 1,0-1 0,1 1-1,-1-1 1,1 0 0,0 0-1,0 0 1,0 0 0,0-1-1,0 1 1,0-1 0,0 0-1,1 0 1,-1-1 0,0 1-1,0-1 1,1 0 0,-1 0-1,0-1 1,1 1 0,-1-1-1,1 0 20,10 1-52,13-3-204,0-2-1,0 0 1,-1-1 0,0-2-1,0-1 1,-1-1-1,0-1 1,-1-2-1,0 0 1,-1-2-1,0 0 1,2-4 256,-25 18-10,0 1 19,-1 0 1,1-1-1,-1 1 0,1 0 1,-1-1-1,1 1 0,0 0 1,-1 0-1,1 0 0,-1 0 1,1 0-1,0 0 0,-1 0 0,1 0 1,0 0-1,-1 0 0,1 0 1,-1 0-1,1 0 0,0 0 1,-1 1-1,1-1 0,-1 0 1,1 0-1,0 1 0,-1-1 1,1 0-1,-1 1 0,1-1 1,-1 1-1,1-1 0,-1 0 1,0 1-1,1-1 0,-1 1 1,0 0-1,1-1 0,-1 1 1,0-1-1,1 1 0,-1-1 1,0 1-1,0 0 0,0-1 1,0 1-1,1-1 0,-1 1 0,0 0 1,0-1-1,0 1 0,0 0 1,-1-1-1,1 1 0,0-1 1,0 1-1,0 0 0,0-1 1,-1 1-1,1-1 0,0 1 1,0-1-1,-1 1 0,1 0 1,0-1-1,-1 1 0,1-1 1,-1 0-1,1 1 0,-1-1 1,1 1-10,-16 57 499,14-53-472,-13 85 201,37-87-389,95-103-671,-87 68 102,4-5-131,94-73-835,-124 142 3291,-51 158 818,62-189-2512,148-123-1025,-8 22-160,-154 100 1347,1 1 0,-1 0-1,1-1 1,-1 1 0,0 0 0,0 0 0,1 0 0,-1 0 0,0 0 0,0 0 0,0 0 0,0 0 0,0 1 0,0-1-1,0 0 1,-1 1 0,1-1 0,0 0 0,-1 1 0,1-1 0,-1 1 0,0-1 0,1 1 0,-1-1 0,0 1 0,0-1 0,0 1-1,0-1 1,0 1 0,0 0 0,0-1 0,-1 1 0,1-1 0,0 1 0,-1-1 0,1 0 0,-1 1 0,0-1 0,0 1-63,0 10 256,1 23-36,-2-25-270,1 1 1,1 0-1,0 0 0,0-1 1,1 1-1,0 0 1,1-1-1,0 1 0,1 0 1,0-1-1,1 0 1,0 0-1,0 0 0,1-1 1,0 1-1,3 1 50,10 3-3638</inkml:trace>
  <inkml:trace contextRef="#ctx0" brushRef="#br0" timeOffset="1665.799">2787 647 4417,'0'0'4918,"0"0"-3480,0 0-953,0 0 252,27-3-177,87-10-238,-108 12-313,0 1-1,1-1 1,-1 0-1,1-1 1,-1 0-1,0 0 1,0 0-1,0 0 1,0-1-1,0 0 1,-1 0-1,1-1 1,-1 0-1,0 0 1,0 0-1,0 0 1,-1-1-1,1 0 1,-1 0-1,0 0 1,0 0-1,-1-1 1,0 1-1,0-1 1,0 0-1,-1 0 1,1 0-1,-2 0 1,1-1-1,-1 1 1,1 0-1,-2-1 0,1-3-8,-4 5-2,-1 0-1,0 0 0,0 0 1,-1 1-1,1-1 0,-1 1 0,0 0 1,0 0-1,0 1 0,0 0 1,-1 0-1,0 0 0,1 0 0,-1 1 1,0 0-1,0 0 0,0 1 1,-1 0-1,1 0 0,0 0 0,0 1 1,-1 0-1,1 0 0,0 0 1,0 1-1,-1 0 0,-3 1 3,2-3 44,0 0 0,0 1 0,0 0 0,0 0 0,0 1 0,1 0 0,-1 0 0,0 1 0,0 0 0,1 0 0,-1 1 0,1 0 0,0 0 0,0 1 0,0 0 0,0 0 0,1 1 0,-1-1 0,1 1 0,1 1 0,-1-1 0,1 1 0,-1 0 0,2 0 0,-1 1 0,1 0-1,0-1 1,0 1 0,1 1 0,0-1 0,0 0 0,1 1 0,-1-1 0,2 1 0,-1 0 0,1 0 0,1 0 0,-1 0 0,1-1 0,1 6-44,3-4-1,2 0-1,-1 0 0,1 0 1,0-1-1,1 1 0,0-2 1,0 1-1,1-1 1,0 0-1,0 0 0,0-1 1,1 0-1,0-1 0,0 0 1,1 0-1,-1-1 1,1 0-1,0-1 0,0 0 1,1-1-1,-1 0 0,0 0 1,5-1 1,170 17-3337,-111-18-2131</inkml:trace>
  <inkml:trace contextRef="#ctx0" brushRef="#br0" timeOffset="2113.842">3363 596 5945,'0'0'2147,"0"0"-718,0 0-330,0 0 112,0 0-374,-26 2-397,-82 13-165,104-14-249,0 1 0,0-1 0,0 1 0,1 0 0,-1 0 1,1 1-1,-1-1 0,1 1 0,0 0 0,0-1 0,0 1 0,0 1 0,1-1 1,-1 0-1,1 1 0,0-1 0,0 1 0,0 0 0,0-1 0,1 1 0,-1 0 1,1 0-1,0 0 0,0 0 0,1 1 0,-1-1 0,1 0 0,0 0 0,0 0 0,0 1-25,0-2 23,-1 1-13,0 0-1,0 0 1,0 0-1,1 0 1,0 0-1,0 0 1,0 0-1,0 0 1,0 0-1,1 0 1,-1 0-1,1 0 1,0 0-1,1 0 1,-1 0-1,1-1 1,-1 1-1,1 0 1,0-1-1,1 0 1,-1 1-1,0-1 1,1 0-1,0 0 1,0 0-1,0 0 1,0-1-1,0 1 1,0-1-1,1 0 1,-1 0-1,1 0 1,0 0-1,-1-1 1,1 0-1,0 1 1,0-1-1,0-1 1,0 1-1,0 0-10,5 0-3,0-1 0,-1 0 1,1 0-1,-1-1 0,1 0 0,-1-1 0,1 1 1,-1-2-1,0 1 0,0-1 0,0 0 0,0-1 0,0 0 1,-1 0-1,1-1 0,-1 0 0,0 0 0,-1 0 0,1-1 1,-1 0-1,0 0 0,-1-1 0,0 0 0,1-1 3,102-188-690,-106 191 660,15-30-238,-3-2 1,0 0-1,-3 0 1,-1-1-1,-2 0 1,-1-1-1,-3 0 0,0 0 1,-3 0-1,-1 0 1,-2-1 267,2 37 30,1-1 0,-1 1 0,0 0 0,0-1 0,0 1 0,-1-1 0,1 1 0,-1 0 0,0-1 0,1 1 0,-2 0 0,1 0 0,0 0 0,-1-1 0,1 1 0,-1 1 0,0-1 0,0 0 0,0 0 0,0 1 0,0-1 0,-1 1 1,1 0-1,-1-1 0,0 1 0,0 0 0,1 1 0,-1-1 0,-1 0 0,1 1 0,0 0 0,0 0 0,0 0 0,-1 0 0,1 0 0,0 1 0,-1-1 0,1 1 0,0 0 0,-1 0 0,1 0 0,-1 0-30,-1 5 69,0 0-1,1 1 1,-1-1 0,1 1-1,1 0 1,-1 0-1,1 0 1,0 0-1,0 0 1,1 1 0,0-1-1,0 1 1,0 0-1,1 0 1,0 0-1,0-1 1,1 1 0,0 0-1,0 7-68,0 34 225,2 0 1,2 0-1,2-1 0,2 0 1,2 0-1,3 0 0,1-2 0,2 1 1,2-2-1,2 0 0,2-2 0,7 8-225,-25-42 5,1 3-21,0-1 1,0 0-1,0 0 0,2-1 0,-1 1 0,1-1 1,0-1-1,1 1 0,0-1 0,0-1 0,1 0 1,0 0-1,0 0 0,1-1 0,0-1 0,5 3 16,129-1-2996,-80-11-1777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1T07:08:10.03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 31 4185,'0'0'1794,"0"0"-275,0 0 40,0 0-138,0 0-182,0 0-417,-2-7-254,1 6-552,-5-21 386,4 33 116,43 226 209,-4-132-2989,-24-96-2076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1T07:08:10.28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8770,'0'0'1688,"0"0"-1208,0 0-480,0 0-192,0 0-8,0 0-1312,0 0-3521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1T07:08:10.4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6225,'0'0'1575,"0"0"-38,1 24-236,9 191 2013,1-190-2464,12-53-689,-16 20-290,5-9-15,1 1 1,1 0 0,1 1-1,0 1 1,1 0 0,0 1-1,1 1 1,0 1 0,1 0-1,1 1 1,-1 1-1,2 1 1,-1 0 0,1 2-1,0 0 1,0 1 0,1 1-1,0 1 1,-1 1 0,15 1 143,-30 4 54,1 0 1,-1 1 0,1-1-1,-1 1 1,0 1 0,-1-1-1,1 1 1,-1 0 0,0 0-1,0 0 1,0 0 0,-1 1-1,0-1 1,0 1 0,0 0-1,-1 0 1,0 0 0,0 0-1,0 0 1,-1 1 0,0-1-1,0 1 1,-1-1 0,0 0-1,0 1 1,0-1-1,-1 1 1,0-1 0,0 0-1,-1 1-53,5 36-182,3-4-1680,0-13-3463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1T07:08:14.9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 1 9898,'0'0'1977,"0"0"-1481,0 0 424,-6 147 120,0-62-360,3 11-272,3 3-160,0 0-152,0-5-96,32 10-152,-5-26-1040,0-25-2889</inkml:trace>
  <inkml:trace contextRef="#ctx0" brushRef="#br0" timeOffset="358.846">307 744 8586,'0'0'1799,"0"0"-926,0 0 156,0 0 26,26-2-303,2 1-600,-14 2-97,0-2-1,0 1 1,0-2-1,0 0 1,0-1-1,-1 0 1,1-1-1,-1-1 1,0 0-1,13-7-54,-16 9 5,0 0-1,-1-1 1,1 0 0,-1-1-1,1 0 1,-1-1-1,-1 0 1,1 0 0,-1-1-1,0 0 1,-1 0-1,1-1 1,-2 0-1,1-1 1,-1 1 0,0-1-1,-1 0 1,0 0-1,0-1 1,-1 0 0,0 0-1,-1 0 1,0 0-1,-1 0 1,0 0 0,0-1-1,-1-2-4,-5 8-26,0 0 0,-1 0 0,1 0 0,-1 1 0,0-1-1,0 1 1,0 1 0,-1-1 0,1 1 0,-1 0 0,0 0 0,0 0 0,0 1 0,0 0-1,-1 0 1,1 0 0,0 1 0,-1 0 0,1 1 0,-1-1 0,1 1 0,-1 0-1,0 1 1,1 0 0,0 0 0,-1 0 0,1 1 0,0-1 0,-4 3 26,-8 1 71,0 2 0,0 0-1,1 1 1,0 0 0,1 1 0,0 1 0,0 1 0,1 1 0,0 0 0,1 0 0,1 1 0,0 1 0,1 1-1,0 0 1,1 0 0,0 1 0,2 0 0,0 1 0,1 0 0,0 0 0,2 1 0,0 0 0,1 0 0,0 1-1,2-1 1,0 1 0,1 0 0,1 0 0,1 4-71,1-13 38,1 0-1,0-1 0,0 1 1,1-1-1,0 0 0,1 0 1,0 0-1,1 0 1,-1-1-1,1 1 0,1-1 1,0 0-1,0-1 0,1 0 1,-1 0-1,2 0 1,-1-1-1,1 0 0,0 0 1,0 0-1,0-2 0,1 1 1,0-1-1,5 2-37,18 7 38,1-2 0,0-2 0,0-1 0,1-1 0,0-2-1,13 0-37,16 2-21,0-3 0,0-2 0,0-4 0,0-1 0,1-4 21,83-41-3582,-95 16-6036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1T07:08:11.3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379 322 7242,'0'0'1314,"0"0"-625,-32 4 63,-108 17 348,130-20-1014,1 0 0,-1 1 0,0 0 0,1 1 0,-1 0 0,1 0 0,0 1 0,0 0 0,0 0 0,0 1 0,1 1 0,0-1 0,0 1 0,0 0-1,1 1 1,0 0 0,0 0 0,1 1 0,0 0 0,0 0 0,1 0 0,0 1 0,0-1 0,1 3-86,4-4 5,1-1-1,1 1 1,-1 0-1,1 0 1,1-1 0,-1 1-1,1-1 1,0 0-1,0 0 1,1 0 0,-1 0-1,2 0 1,-1-1-1,0 0 1,1 0 0,0 0-1,0 0 1,1-1-1,-1 0 1,1 0-1,0 0 1,0-1 0,0 0-1,1 0 1,-1 0-1,1-1 1,-1 0 0,1-1-1,4 2-4,1 2 5,57 22-58,98 60-128,-166-85 207,0 0 1,-1 0-1,1 0 0,-1 1 0,1-1 1,-1 0-1,0 0 0,0 0 0,0 0 0,0 0 1,0 0-1,0 1 0,0-1 0,-1 0 1,1 0-1,-1 0 0,0 0 0,0 0 1,1 0-1,-1 0 0,0 0 0,-1-1 0,1 1 1,0 0-1,0 0 0,-1-1 0,1 1 1,-1-1-1,0 1 0,1-1 0,-1 0 1,0 0-1,0 0 0,1 0 0,-1 0 0,0 0 1,0 0-1,0 0 0,0-1 0,0 1 1,-1-1-1,1 0 0,0 1 0,0-1 0,0 0 1,0 0-1,0-1 0,0 1 0,-1 0 1,1-1-1,0 1 0,0-1 0,0 1 1,0-1-1,0 0 0,0 0-26,0 1 13,-280 8 1471,280-8-1540,0-1 0,0 1 0,0-1 0,0 0 0,0 1 0,0-1 0,0 0 0,0 0 0,0 0 0,0-1 0,0 1 0,0 0 0,1-1 0,-1 1 0,1-1 0,-1 0 0,1 1 0,-1-1 0,1 0 0,0 0 0,0 0 0,0 0 0,0 0 0,0 0 0,1 0 0,-1 0 0,0 0 0,1 0 1,0-1-1,-1 1 0,1 0 0,0 0 0,0 0 0,0-1 0,1 1 0,-1 0 0,0 0 0,1 0 0,0-1 0,-1 1 0,1 0 0,0 0 0,0 0 0,0 0 0,0 0 0,0 1 0,1-1 0,-1 0 0,1 0 0,0 0 56,28-35-5797</inkml:trace>
  <inkml:trace contextRef="#ctx0" brushRef="#br0" timeOffset="254.218">756 512 9618,'0'0'2457,"0"0"-1641,0 0-136,0 0-32,0 0-256,-89 171-232,77-133-88,6-4-72,3-7-448,0-11-1816,0-13-6674</inkml:trace>
  <inkml:trace contextRef="#ctx0" brushRef="#br0" timeOffset="433.656">792 148 5537,'0'0'0</inkml:trace>
  <inkml:trace contextRef="#ctx0" brushRef="#br0" timeOffset="613.251">1009 635 7882,'0'0'2282,"0"0"-816,0 0-303,0 0-193,0 0-362,0 0-279,-9 25-139,-27 77-139,37-104-56,-1 1 0,1 0 1,0 0-1,-1 0 0,1 0 1,0 0-1,0 0 0,0 0 1,0 0-1,0 0 0,0 0 1,0 0-1,0 0 0,0 1 1,0-1-1,0 0 0,0 1 1,1-1-1,-1 1 0,0 0 1,0-1-1,1 1 1,-1 0-1,0 0 0,1 0 1,-1-1-1,0 1 0,1 1 1,-1-1-1,0 0 0,0 0 1,1 0-1,-1 1 0,0-1 1,1 1-1,-1-1 0,0 1 1,0-1-1,0 1 0,0 0 1,0-1-1,0 1 0,0 0 1,0 0-1,0 0 1,0 0-1,0 0 0,0 0 1,0 0-1,-1 0 0,1 0 1,0 0-1,-1 1 0,1-1 1,-1 0-1,0 0 0,1 1 1,-1-1-1,0 0 0,0 1 1,1-1-1,-1 0 0,0 1 1,0-1-1,-1 0 0,1 0 1,0 1-1,0-1 1,-1 0-1,1 1 5,5-5-11,61-27-11,-35 14-177,1 1 0,0 1 1,1 1-1,0 2 0,1 2 0,0 1 1,0 1-1,1 2 0,0 2 1,15 1 198,-47 2 13,-1 1 0,0 0 1,0-1-1,1 1 0,-1 0 0,0 1 1,0-1-1,0 0 0,0 1 0,0-1 1,0 1-1,-1-1 0,1 1 1,0 0-1,-1 0 0,0 0 0,1 0 1,-1 0-1,0 0 0,0 0 0,0 0 1,0 1-1,0-1 0,0 0 1,-1 0-1,1 1 0,-1-1 0,0 1 1,0-1-1,0 0 0,0 1 0,0-1 1,0 1-1,0-1 0,-1 2-13,-13 96 634,11-88-719,-3 25-518,5-8-1448</inkml:trace>
  <inkml:trace contextRef="#ctx0" brushRef="#br0" timeOffset="926.239">2381 9 6617,'0'0'1249,"0"0"-889,0 0 464,0 0 520,-6 169 185,3-92-513,3 14-224,-6 14-104,-5 9-280,-1 1-208,0-5-112,3-11-88,3-21-64,3-22-592,0-27-1464,3-21-4746</inkml:trace>
  <inkml:trace contextRef="#ctx0" brushRef="#br0" timeOffset="1208.797">2096 421 9402,'0'0'2192,"0"0"-1583,0 0 167,175-13-24,-100 7-464,5 6-288,30 0-184,-24 0-1064,-12 0-5170</inkml:trace>
  <inkml:trace contextRef="#ctx0" brushRef="#br0" timeOffset="2191.314">1407 376 4945,'0'0'955,"0"0"-346,0 0 420,0 0 243,0 0-97,0 0-8,8 33-272,26 110-313,-32 73 540,-10-109-114,28-108-862,159-79-110,-155 69-89,1 2 0,0 1 1,1 1-1,0 1 1,0 2-1,0 0 0,18 1 53,-44 3 7,-44 0 64,39-1-51,0 0 1,1 1-1,-1-1 1,0 1-1,0 0 1,1 1 0,-1-1-1,0 1 1,0 0-1,1 0 1,-1 0-1,1 1 1,-1 0-1,1 0 1,0 0-1,-1 0 1,1 0-1,0 1 1,1 0 0,-1 0-1,0 0 1,1 0-1,0 1 1,-1-1-1,1 1 1,1 0-1,-1 0 1,0 0-1,1 0 1,0 0-1,0 1 1,0-1 0,1 1-1,0-1 1,-1 1-1,1 0 1,1-1-1,-1 1 1,1 0-1,0 0 1,0-1-1,0 1 1,1 0-1,-1 0 1,2 0-21,4 5 41,1-1 0,0 0 1,0 0-1,1 0 0,0-1 0,1-1 0,0 1 0,0-1 1,0-1-1,1 0 0,0 0 0,0-1 0,1 0 0,0-1 1,-1 0-1,8 1-41,135 34-1211,-89-29-2072</inkml:trace>
  <inkml:trace contextRef="#ctx0" brushRef="#br0" timeOffset="3414.366">2868 672 1816,'0'0'3068,"0"0"-1107,0 0-635,0 0-178,0 0-170,0 0-238,-2-13-125,-11-44-119,10 54-449,1 1 0,-1-1 0,0 1 0,0 0 0,0 0-1,-1 0 1,1 0 0,0 0 0,-1 1 0,1 0 0,-1-1 0,1 1 0,-1 0 0,0 1 0,1-1 0,-1 1 0,0 0 0,0 0-1,1 0 1,-1 0 0,0 0 0,0 1 0,1 0 0,-1 0 0,0 0 0,1 0 0,-2 1-47,-2 1 21,0 0 0,0 0 1,1 0-1,-1 1 0,1 0 0,0 1 1,0-1-1,0 1 0,1 0 0,0 1 1,0-1-1,0 1 0,0 0 0,1 0 1,0 0-1,1 1 0,-1 0 0,1-1 1,0 1-1,1 0 0,0 1 0,0-1 1,0 0-1,1 0 0,0 1 0,1-1 1,-1 1-1,1-1 0,1 1 0,0-1 1,0 1-22,1-4-6,1-1 1,0 0 0,1 1 0,-1-1-1,1-1 1,-1 1 0,1 0 0,0-1 0,0 0-1,0 0 1,0 0 0,0 0 0,0-1-1,0 0 1,1 0 0,-1 0 0,1 0-1,-1 0 1,0-1 0,1 0 0,-1 0-1,1 0 1,-1-1 0,4 0 5,1 1-20,10 0-275,1 0-1,-1-1 1,1-1 0,-1-1-1,1-1 1,-1-1-1,-1 0 1,1-2-1,-1 0 1,0 0-1,0-2 1,-1-1 0,0 0-1,-1-1 1,14-11 295,-29 21 829,-1 33 880,3-29-1748,2-1 0,-1 1 1,0-1-1,1 0 0,-1 0 1,1 0-1,-1 0 0,1-1 1,0 0-1,0 0 0,0 0 0,-1-1 1,1 1-1,0-1 0,0 0 1,0-1-1,0 1 0,0-1 1,0 0-1,0 0 0,-1-1 1,4 0 38,12-8-183,0 0 0,-2-1 0,1-1 1,-1 0-1,-1-2 0,0 0 0,-1-1 0,-1 0 1,0-1-1,-1-1 0,-1 0 0,-1-1 0,0-1 1,2-6 182,10-13 145,-2-2 0,-2 0 0,-2-1 0,-1-1 0,-2-1 0,2-19-145,10-160 4416,-39 242-3579,-2 18-747,2 1 0,1 0 0,3 1-1,1 0 1,2 0 0,1 1-1,3 0 1,1 1-90,0-32 1,1-1 1,-1 1-1,2-1 1,-1 1-1,1-1 0,1 0 1,0 0-1,0 0 1,0 0-1,1 0 1,1-1-1,-1 0 0,2 0 1,-1 0-1,1 0 1,0-1-1,0 0 1,1 0-1,0-1 0,0 0 1,1 0-1,0 0 1,0-1-1,0 0 0,0-1 1,1 0-1,0 0 1,0-1-1,0 0 1,0-1-1,4 1-1,259 26-2269,-271-28 2271,1 0-1,-1 0 0,0 0 1,0 0-1,0 0 0,0 0 1,0 0-1,0 0 0,0 1 0,0-1 1,0 0-1,-1 1 0,1-1 1,-1 0-1,1 1 0,-1-1 0,1 1 1,-1-1-1,0 1 0,1-1 1,-1 1-1,0-1 0,0 1 0,0-1 1,0 1-1,-1-1 0,1 1 1,0-1-1,-1 1 0,1-1 0,-1 1 1,1-1-1,-1 1 0,0-1 1,1 0-1,-1 0 0,0 1 0,0-1 1,0 0-1,0 0 0,0 0 1,0 0-1,-1 0 0,1 0 0,0 0 1,0 0-1,-1 0 0,1-1 1,0 1-1,-1-1 0,1 1 0,-1-1 1,1 1-1,-1-1 0,1 0 1,-1 1-1,0-1-1,-35 20 315,-1-2 0,-1-1 0,-1-2 0,0-2 0,-1-2 0,0-1 0,-1-2 0,0-2 0,0-2 0,-32-2-315,76-6-443,65-54-2784,-20 22-726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1T07:07:42.95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126 452 5761,'0'0'1905,"0"0"-777,0 0-712,0 0-72,0 0-80,0 0 32,-36 171 120,30-104-80,-3-3 48,6-2-40,0-9-215,3-10-113,0-13-16,12-20-193,9-10-1175,0 0-1664</inkml:trace>
  <inkml:trace contextRef="#ctx0" brushRef="#br0" timeOffset="184.142">144 126 8346,'0'0'1280,"0"0"-952,0 0-328,0 0 96,0 0-96,0 0-432,0 0-1256,127 78-2561</inkml:trace>
  <inkml:trace contextRef="#ctx0" brushRef="#br0" timeOffset="512.563">408 434 3505,'0'0'1177,"0"0"-203,3 22 21,21 248 1983,-36-161-763,9-107-2015,26-30-513,-8 6 169,1 2 0,2 0 0,0 0 1,1 2-1,1 1 0,0 0 1,1 1-1,1 1 0,1 1 1,0 2-1,1 0 0,10-3 144,-33 14 16,0 0 1,1 0-1,-1 1 0,1-1 1,-1 0-1,1 1 0,-1-1 1,1 1-1,-1 0 0,1-1 1,-1 1-1,1 0 0,0 0 0,-1 0 1,1 0-1,-1 0 0,1 0 1,-1 1-1,1-1 0,0 0 1,-1 1-1,1 0 0,-1-1 0,0 1 1,1 0-1,-1-1 0,1 1 1,-1 0-1,0 0 0,0 0 1,0 0-1,1 0 0,-1 1 1,0-1-1,0 0 0,-1 0 0,1 1 1,0-1-1,0 0 0,-1 1 1,1-1-1,0 1 0,-1-1 1,1 2-17,-2 116 1602,-1-48-4758,2-66-1237</inkml:trace>
  <inkml:trace contextRef="#ctx0" brushRef="#br0" timeOffset="894.112">978 17 7882,'0'0'1397,"0"0"-807,0 0-369,0 0 187,0 0 7,3 26-112,9 169 340,-38 269 1053,8-206-1619,17-257-135,1 0-1,0-1 1,0 1-1,0 0 1,0 0-1,0 0 1,0 0-1,1-1 1,-1 1 0,0 0-1,0 0 1,1 0-1,-1 0 1,0-1-1,1 1 1,-1 0-1,1 0 1,-1-1-1,1 1 1,-1 0-1,1-1 1,-1 1-1,1-1 1,0 1-1,-1-1 1,1 1-1,0-1 1,-1 1 0,1-1-1,0 1 1,0-1-1,0 0 1,-1 0-1,1 1 1,0-1-1,0 0 1,0 0-1,0 0 1,-1 0-1,1 0 1,0 0-1,0 0 1,0 0-1,0 0 1,0 0-1,-1-1 1,1 1 0,0 0-1,0 0 1,0-1-1,-1 1 1,1-1-1,0 1 1,-1-1-1,1 1 1,0-1-1,-1 1 1,1-1-1,0 1 1,-1-1-1,1 0 1,-1 1-1,1-1 1,-1 0-1,1 0 59,9-27-5398</inkml:trace>
  <inkml:trace contextRef="#ctx0" brushRef="#br0" timeOffset="1562.678">853 549 4809,'0'0'1192,"0"0"-98,0 0-23,0 0-23,0 0-339,0 0-366,13-21-45,48-63-124,-55 79-160,0 0-1,1 1 0,-1 0 1,1 0-1,0 0 1,1 1-1,-1 0 0,0 1 1,1-1-1,0 2 0,-1-1 1,1 1-1,0 0 0,0 0 1,0 1-1,0 0 1,-1 1-1,9 1-13,6-2 15,-15-1-9,-1 0 0,1 0-1,-1 1 1,1 0-1,0 0 1,-1 1 0,1 0-1,-1 0 1,1 0 0,-1 1-1,1 0 1,-1 0-1,0 0 1,0 1 0,0 0-1,0 0 1,-1 1 0,1 0-1,-1 0 1,0 0-1,0 0 1,0 1 0,-1 0-1,1 0 1,-1 0 0,0 0-1,-1 1 1,1 0-1,-1-1 1,0 1 0,-1 1-1,1-1 1,-1 0 0,-1 0-1,1 1 1,-1-1-1,0 3-5,-3-2 74,-1-1-1,0 0 1,0 0-1,-1 0 1,0 0-1,0 0 1,0-1-1,-1 0 1,0 0-1,0 0 1,0 0-1,0-1 1,-1 0-1,1 0 1,-1-1-1,0 1 1,-1-1-1,1-1 1,0 1-1,-1-1 1,0 0-1,-4 1-73,4 0 14,-25 9 15,-1 0-1,0-2 1,-1-2-1,0-1 0,0-2 1,0-1-1,-31 0-28,39-10-704,23-16-2749,3-4-4358</inkml:trace>
  <inkml:trace contextRef="#ctx0" brushRef="#br0" timeOffset="1740.338">853 549 3473</inkml:trace>
  <inkml:trace contextRef="#ctx0" brushRef="#br0" timeOffset="1920.726">853 549 3473,'90'-78'1621,"-73"57"3215,-76 835-948,58-812-3902,1 0 1,0-1 0,-1 1-1,1 0 1,0 0 0,0 0-1,0-1 1,0 1 0,0 0-1,0 0 1,0 0 0,1-1-1,-1 1 1,1 0 0,-1 0-1,1-1 1,0 1 0,-1 0-1,1-1 1,0 1 0,0-1-1,0 1 1,0-1 0,1 0-1,-1 1 1,0-1 0,1 0-1,-1 0 1,0 0 0,1 0-1,0 0 1,-1 0 0,1 0-1,-1 0 1,1-1 0,0 1-1,0-1 1,-1 1-1,1-1 1,0 1 0,0-1-1,0 0 1,-1 0 0,1 0-1,0 0 1,0-1 0,0 1-1,-1 0 1,1-1 0,0 1-1,0-1 1,-1 1 0,1-1-1,0 0 1,-1 0 0,1 0-1,-1 0 1,1 0 0,-1 0-1,0 0 1,2-2 13,24-29-1523,-5-9-2492</inkml:trace>
  <inkml:trace contextRef="#ctx0" brushRef="#br0" timeOffset="2379.736">1471 452 3673,'0'0'1316,"0"0"-14,0 0 254,0 0 112,0 0-106,0 0-467,0 0-492,-4-6-314,4 7-286,0-1 0,0 1 0,-1-1-1,1 0 1,0 1 0,-1-1 0,1 1 0,0-1 0,-1 0-1,1 1 1,0-1 0,-1 0 0,1 1 0,-1-1 0,1 0-1,-1 1 1,1-1 0,-1 0 0,1 0 0,-1 0 0,1 0-1,-1 1 1,1-1 0,-1 0 0,1 0 0,-1 0 0,1 0-1,-1 0 1,0 0 0,1 0 0,-1-1 0,1 1-1,-1 0 1,1 0 0,-1 0 0,1 0 0,-1-1 0,1 1-1,-1 0 1,1 0 0,0-1 0,-1 1 0,1 0 0,-1-1-1,1 1 1,0-1 0,-1 1 0,1 0 0,0-1 0,-1 1-1,1-1 1,0 1 0,0-1 0,-1 1 0,1-1 0,0 1-1,0-1 1,0 1 0,0-1 0,0 1 0,0-1 0,0 0-1,0 1 1,0-1-3,-3 63 132,4-41-67,3 155 163,-3-173-237,1 0 0,-1 0 0,1-1 0,0 1 0,0 0 0,0-1 0,0 0 0,0 1 0,0-1 1,1 0-1,-1 0 0,1 0 0,0 0 0,-1-1 0,1 1 0,0-1 0,0 0 0,0 0 0,0 0 1,0 0-1,0 0 0,0 0 0,0-1 0,1 0 0,-1 1 0,0-1 0,0 0 0,0-1 0,0 1 1,1 0-1,-1-1 0,0 0 0,0 0 0,0 0 0,0 0 0,0 0 0,0-1 0,-1 1 0,1-1 1,0 0-1,-1 0 0,1 0 0,-1 0 0,0 0 0,1 0 0,-1-1 0,0 1 0,-1-1 0,2-1 9,179-212-3488,-180 217 3561,-1 0 1,1 1 0,0-1-1,-1 1 1,0 0-1,1-1 1,-1 1 0,0 0-1,0 0 1,0 0-1,0 0 1,0 0 0,0 0-1,-1 0 1,1 0-1,-1 0 1,1 1 0,-1-1-1,0 0 1,0 0-1,0 0 1,0 1-1,0-1 1,-1 0 0,1 0-1,-1 0 1,1 0-1,-1 0 1,0 0 0,1 0-1,-1 0 1,0 0-1,-1 0 1,0 1-74,2 1 5,-1 4-16,-2-1-40,0 0-1,1 1 1,0-1 0,0 0 0,1 1 0,0-1-1,0 1 1,1-1 0,0 1 0,0-1 0,0 1-1,1-1 1,0 1 0,1-1 0,0 1 0,0-1-1,1 0 1,-1 0 0,1 0 0,1 0 0,0-1-1,0 1 1,0-1 0,0 0 0,1 0 0,0-1-1,0 1 1,1-1 0,0 0 0,0 0 0,0-1-1,0 0 1,1 0 0,-1 0 0,8 2 51,16-4-2567</inkml:trace>
  <inkml:trace contextRef="#ctx0" brushRef="#br0" timeOffset="2642.721">2024 1 7554,'0'0'1112,"0"0"-464,0 0 248,0 187 112,6-110-175,3 9-345,0-1-64,0-2-184,-1-8-48,4-11-112,0-13-80,0-14 0,-3-13-72,-6-24-1024,-3 0-1665,0-24-3912</inkml:trace>
  <inkml:trace contextRef="#ctx0" brushRef="#br0" timeOffset="2825.465">1754 383 8250,'0'0'1552,"0"0"-1008,0 0-48,0 0 713,172 0-473,-89 0-192,6 0-304,-3 0-160,-8 0-16,-13 0-64,-9 5-192,-14 17-520,-15-1-1137,-15-5-4208</inkml:trace>
  <inkml:trace contextRef="#ctx0" brushRef="#br0" timeOffset="3780.353">2671 190 7802,'0'0'1200,"0"0"-1200,0 0-680,0 0 80,0 0-1009</inkml:trace>
  <inkml:trace contextRef="#ctx0" brushRef="#br0" timeOffset="3956.85">2496 859 8194,'0'0'1320,"0"0"-632,0 0-240,0 0 144,0 0-592,0 0-256,0 0-528,158-139-3249</inkml:trace>
  <inkml:trace contextRef="#ctx0" brushRef="#br0" timeOffset="17539.145">274 1717 7162,'0'0'1425,"0"0"-322,0 0-475,0 0-92,-29-3 124,-93-4 61,118 6-688,0 1 0,0 1-1,0-1 1,1 0 0,-1 1 0,0 0 0,0 0 0,0 0 0,1 0 0,-1 1 0,0 0 0,1-1 0,-1 1 0,1 0 0,0 1 0,0-1 0,0 1 0,0-1 0,0 1 0,0 0 0,1 0-1,-1 0 1,1 0 0,0 1 0,0-1 0,0 1 0,0-1 0,1 1 0,-1-1 0,1 3-33,-3 3 33,-1 1-28,1 0 0,0 0-1,1 0 1,0 0 0,1 1 0,0-1-1,1 1 1,0-1 0,0 1 0,1-1-1,1 1 1,-1 0 0,2-1 0,0 1-1,0-1 1,1 0 0,0 1 0,0-1-1,1-1 1,1 1 0,0 0 0,0-1-1,1 0 1,0 0 0,0-1 0,1 0-1,0 0 1,1 0 0,-1-1 0,2 0-1,-1-1 1,1 0 0,0 0 0,1 0-5,-2-1 2,0-1 1,1 0 0,-1 0 0,1-1 0,0 0 0,0-1 0,1 0 0,-1 0 0,0-1 0,1 0 0,-1-1 0,0 0 0,1 0 0,-1-1-1,0 0 1,1-1 0,-1 0 0,0 0 0,0-1 0,0 0 0,0-1 0,-1 0 0,0 0 0,1-1 0,-1 0 0,-1 0 0,1-1 0,-1 0-1,0 0 1,0-1 0,-1 0 0,0 0 0,0-1 0,-1 1 0,0-1 0,0 0 0,-1-1 0,0 1 0,0-1 0,-1 0 0,0 0-3,-1-1 23,-1 0 0,0 1 0,-1-1 0,0 0 0,0 0 0,-1 0 0,-1 0 0,1 0 0,-1 1 0,-1-1 0,0 1 0,0-1 0,-1 1 0,-1 0 0,1 0 0,-1 1 0,0 0 0,-1-1 0,0 2 0,-1-1 0,1 1 0,-1 0 0,-1 0 0,1 1 0,-1 0 0,0 0 0,-1 1 0,1 0 0,-1 0 0,0 1 0,0 0 0,-1 1 0,1 0 0,-1 0 0,0 1-23,-97-7 362,105 9-399,0 0 0,0 0 0,0 1 0,-1-1 0,1 0 0,0 1 0,0-1 0,0 1 0,0 0 0,0 0 0,0 0 0,0 0 0,0 0 0,1 0 0,-1 0 0,0 1-1,0-1 1,1 0 0,-1 1 0,1 0 0,0-1 0,-1 1 0,1 0 0,0 0 0,0-1 0,0 1 0,0 0 0,0 0 0,1 0 0,-1 0 0,0 1 0,1-1 0,0 0 0,-1 0 0,1 0 0,0 0 0,0 0 0,0 1 0,0-1 0,1 0 0,-1 0 0,1 0 0,-1 0 0,1 0 0,0 2 37,19 27-2430,10-11-2098</inkml:trace>
  <inkml:trace contextRef="#ctx0" brushRef="#br0" timeOffset="18360.76">714 1915 5145,'0'0'1921,"0"0"-448,0 0-246,0 0 251,0 0-314,0 0-425,-15-5-211,12 97-307,2-88-223,0 0 0,1 0 1,0-1-1,-1 1 0,1 0 0,0 0 0,1-1 0,-1 1 0,1 0 0,0 0 0,0-1 0,0 1 1,0-1-1,0 1 0,1-1 0,0 1 0,-1-1 0,1 0 0,1 0 0,-1 0 0,0 0 0,1 0 0,-1 0 1,1-1-1,0 1 0,0-1 0,0 0 0,0 0 0,0 0 0,1 0 0,-1 0 0,1-1 0,-1 0 1,1 1-1,-1-1 0,1-1 0,0 1 0,-1 0 0,1-1 0,0 0 0,0 0 0,3 0 2,2-1-53,-1-1-1,1 0 0,-1 0 1,0-1-1,0 0 1,0 0-1,0-1 0,-1 0 1,1 0-1,-1-1 0,0 0 1,0 0-1,-1-1 0,1 1 1,-1-1-1,0-1 1,-1 1-1,0-1 0,0 0 1,0-1-1,-1 1 0,0-1 1,0 0-1,-1 0 1,0 0-1,-1 0 0,0 0 1,1-4 53,-20 16 933,15 0-934,0 0 0,0 0 0,0 0 0,1 0 1,-1 0-1,1 1 0,0-1 0,1 0 0,-1 1 0,1-1 0,-1 0 0,1 1 0,1-1 0,-1 1 0,1-1 0,-1 0 0,1 1 0,0-1 0,1 0 1,-1 0-1,1 1 0,0-1 0,0-1 0,0 1 0,1 0 0,-1 0 0,1-1 0,0 1 0,0-1 0,0 0 0,0 0 0,0 0 0,1-1 1,0 1-1,-1-1 0,1 1 0,0-1 0,0-1 0,0 1 0,0 0 0,1-1 0,-1 0 0,2 0 1,110 2-1940,-67-6-566</inkml:trace>
  <inkml:trace contextRef="#ctx0" brushRef="#br0" timeOffset="19005.322">1186 1407 7074,'0'0'1308,"0"0"-299,0 0 34,0 0 212,0 0-552,0 22-374,6 377 698,-2-308-1232,5 111 760,-7-67-4895,-2-134 127</inkml:trace>
  <inkml:trace contextRef="#ctx0" brushRef="#br0" timeOffset="19256.105">1061 1824 7314,'0'0'1312,"0"0"-856,0 0-224,0 0 160,202-70-160,-136 57-232,14 10-336,-18 3-1400,-14 0-2537</inkml:trace>
  <inkml:trace contextRef="#ctx0" brushRef="#br0" timeOffset="19520.061">1510 1840 3169,'0'0'4913,"0"0"-3769,0 0-392,-48 147 304,45-80 201,3 10-497,0 6-8,0 5-408,0-2-136,0-3-56,0-14-48,0-10-16,0-16-88,9-16 0,3-14-760,0-16-1056,0-26-2177,-9-11-712</inkml:trace>
  <inkml:trace contextRef="#ctx0" brushRef="#br0" timeOffset="19778.848">1427 1925 3937,'0'0'2408,"0"0"-1129,0 0-765,23-22 35,76-71 194,-93 88-665,0 1 0,1 0-1,-1 0 1,1 0 0,0 1 0,0 0-1,0 0 1,0 1 0,0 0 0,1 0 0,-1 1-1,1-1 1,-1 2 0,1-1 0,-1 1 0,1 0-1,0 1 1,0 0-78,17 0 162,-20-1-95,-1-1 1,0 2 0,0-1 0,1 0-1,-1 1 1,0-1 0,0 1-1,0 1 1,0-1 0,0 0-1,0 1 1,0 0 0,0 0 0,-1 0-1,1 0 1,-1 1 0,1-1-1,-1 1 1,0 0 0,0 0 0,0 0-1,0 0 1,-1 1 0,1-1-1,-1 1 1,0-1 0,0 1-1,0 0 1,-1 0 0,1 0 0,-1 0-1,0 0 1,0 0 0,0 0-1,-1 1 1,0-1 0,1 0 0,-1 0-1,-1 1 1,1-1 0,-1 0-1,1 0 1,-1 0 0,0 0-1,-1 0 1,1 0 0,-1 0 0,0 0-1,0 0 1,0-1 0,0 1-1,-1 0-67,-149 109 138,145-111-807,6-2-2204,1-3-1322</inkml:trace>
  <inkml:trace contextRef="#ctx0" brushRef="#br0" timeOffset="20033.933">1890 1829 6705,'0'0'2257,"0"0"-534,0 0-352,0 0-222,0 0-459,0 0-387,-4 6-161,-21 75 64,79-72-472,-46-10 230,1 0-1,-1-1 1,0 0-1,0 0 1,0-1-1,-1 0 1,1-1-1,-1 1 0,1-1 1,-1-1-1,0 0 1,-1 0-1,1 0 1,2-3 36,66-38-1990,-60 94 2574,-16-37-356,1-7-232,-1 0 0,1 0 0,0 0 0,0 0 0,0 0 0,0 0 0,1-1 0,-1 1 1,1 0-1,0 0 0,0 0 0,1-1 0,-1 1 0,1-1 0,0 1 0,0-1 0,0 1 0,0-1 1,0 0-1,1 0 0,-1 0 0,1 0 0,0-1 0,0 1 0,0-1 0,0 0 0,1 1 0,-1-2 0,0 1 1,1 0-1,0-1 0,-1 1 0,1-1 0,0 0 0,0 0 0,-1 0 0,1-1 0,0 0 0,0 1 1,0-1-1,3-1 4,23-70-3152,-18 18 20,-6-2-959</inkml:trace>
  <inkml:trace contextRef="#ctx0" brushRef="#br0" timeOffset="20306.221">2267 1286 3881,'0'0'2287,"0"0"-79,0 0-439,0 0-278,0 0-390,0 0-472,0-10-416,0-22-161,0 32 46,5 175 1403,59 319-942,-64-463-602,2-23-53,-1 0 0,-1 0-1,0 0 1,0-1-1,0 1 1,-1 0-1,0 0 1,-1-1-1,1 1 1,-2 0-1,1-1 1,-1 0-1,0 1 1,0-1-1,-1-1 1,0 1-1,0 0 1,-1 0 96,-86 44-3896,48-46-241</inkml:trace>
  <inkml:trace contextRef="#ctx0" brushRef="#br0" timeOffset="20307.221">2223 1594 6977,'0'0'2121,"0"0"-665,0 0-95,0 0-305,169-118-520,-115 108-360,-1 7-176,13 3-136,-16 8-1833,-14 3-4584</inkml:trace>
  <inkml:trace contextRef="#ctx0" brushRef="#br0" timeOffset="20557.277">2868 1540 10698,'0'0'1713,"0"0"-1113,0 0-600,0 0-616,0 0-1841</inkml:trace>
  <inkml:trace contextRef="#ctx0" brushRef="#br0" timeOffset="20819.459">2823 2048 8010,'0'0'1736,"0"0"-1280,0 0 200,0 0-400,0 0-256,0 0-1224,169-34-4961</inkml:trace>
  <inkml:trace contextRef="#ctx0" brushRef="#br0" timeOffset="35781.586">2865 2995 11002,'0'0'1905,"0"0"-1313,0 0-592,0 0-504,0 0-1409,0 0-4776</inkml:trace>
  <inkml:trace contextRef="#ctx0" brushRef="#br0" timeOffset="35940.264">2796 3465 9090,'0'0'2681,"0"0"-1617,0 0-24,0 0 296,0 0-520,0 0-744,0 0-72,86 14-248,-23-25-1320,-10-5-7890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1T07:08:24.85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69 0 9482,'0'0'2721,"0"0"-1537,0 0 208,-45 152-152,33-90-591,3-3-265,6 0-168,3-9-88,0-7-128,0-8-80,18-19-664,-3-11-921,-3-5-4584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1T07:08:25.01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11322,'0'0'2553,"0"0"-1361,0 0-640,0 0-552,0 0-600,0 0-2528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1T07:08:23.0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1169 290 7578,'0'0'1520,"-4"27"-564,-33 184 886,10 67 558,85-426-1942,-43 113-580,2 0 1,1 2 0,1 0-1,2 1 1,2 1 0,0 1-1,2 0 1,2 3 0,0 0-1,8-4 122,-34 29 5,1 0 1,0 0-1,0 0 0,0 1 0,0-1 0,0 1 0,0-1 1,1 1-1,-1 0 0,1 0 0,-1 0 0,0 0 0,1 0 1,0 0-1,-1 1 0,1-1 0,-1 1 0,1 0 0,0-1 1,-1 1-1,1 1 0,0-1 0,-1 0 0,1 1 0,-1-1 1,1 1-1,0 0 0,-1 0 0,1 0 0,-1 0 1,0 0-1,1 0 0,-1 1 0,0-1 0,0 1 0,0 0 1,0-1-1,0 1 0,0 0 0,-1 0 0,1 0 0,0 1 1,-1-1-1,0 0 0,1 0 0,-1 1 0,0-1 0,0 1 1,0 2-6,2 238 1105,-46-52-382,56-204-812,48-56-177,152-142-1057,-184 196 1345,-27 27 667,-62 279 622,46-210-5889,11-61-4201</inkml:trace>
  <inkml:trace contextRef="#ctx0" brushRef="#br0" timeOffset="360.52">1947 531 6633,'0'0'1058,"0"0"-457,0 0 89,0 0 42,0 0-256,0 0-230,-4 22-44,-18 182 368,21-199-540,1 0 1,1 0-1,-1 0 1,1 0 0,0 0-1,0 0 1,0 0-1,1 0 1,-1 0-1,1 0 1,1 0 0,-1-1-1,1 1 1,-1-1-1,1 0 1,1 0 0,-1 0-1,0 0 1,1 0-1,0-1 1,0 1-1,0-1 1,0 0 0,1-1-1,-1 1 1,1-1-1,-1 1 1,1-1-1,0-1 1,0 1 0,0-1-1,0 0 1,0 0-1,0 0 1,0-1-1,0 1 1,1-1 0,-1-1-1,0 1 1,0-1-1,1 0-30,6-5 202,-1 0-1,0-1 0,0 0 1,-1-1-1,0 0 0,0-1 1,-1 0-1,0 0 0,0-1 0,-1 0 1,-1-1-1,0 1 0,0-2 1,-1 1-1,0-1 0,-1 1 1,-1-2-1,1 1 0,-2 0 1,2-13-202,6-11 258,-2 0 0,-2 0 0,-1-1 1,-2 0-1,-1 0 0,-3-37-258,6 75-3754,0 13-439</inkml:trace>
  <inkml:trace contextRef="#ctx0" brushRef="#br0" timeOffset="881.31">2384 809 7218,'0'0'2169,"0"0"-882,0 0-140,0 0 149,0 0-274,0 0-422,-10-17-246,9 16-348,-5-9 11,0-1 1,0 1 0,1-1-1,1 0 1,-1 0 0,2 0-1,0-1 1,0 1 0,1-1-1,0 0 1,1 1 0,0-1-1,1 0 1,1-9-18,5 1-75,0 0 0,0 0 0,2 1-1,1 0 1,0 1 0,1-1 0,1 2 0,0 0 0,2 0 0,0 1 0,1 1-1,4-4 76,-17 17 1,0 0 0,1 0 0,-1 0 0,1 0 0,-1 0 0,1 0 0,0 0 0,0 1 0,0-1 0,0 1-1,0-1 1,0 1 0,0 0 0,0-1 0,1 1 0,-1 0 0,0 1 0,1-1 0,-1 0 0,1 1 0,-1-1-1,1 1 1,-1 0 0,1 0 0,-1 0 0,1 0 0,-1 0 0,1 1 0,-1-1 0,1 1 0,-1-1 0,1 1-1,-1 0 1,0 0 0,1 0 0,-1 0 0,0 1 0,0-1 0,0 1 0,0-1 0,2 2-1,2 21 116,0-1 0,-1 1 0,-2 0 0,0 0 0,-2 1 0,-1-1 0,0 0 0,-2 2-116,1 24 11,6-27 254,7-47-12,-7 13-327,4-6 43,0 0 0,1 1 1,0 1-1,2-1 0,-1 2 1,2-1-1,0 2 0,1 0 1,0 0-1,1 1 0,0 1 1,1 1-1,0 0 0,1 1 1,10-4 30,-25 12 5,1 0 0,0 0 0,-1 1 0,1-1 0,0 1 1,0-1-1,0 1 0,0 0 0,-1 0 0,1 0 0,0 0 1,0 1-1,0-1 0,-1 1 0,1 0 0,0 0 0,0 0 0,-1 0 1,1 0-1,-1 0 0,1 1 0,-1-1 0,0 1 0,1 0 1,-1 0-1,0 0 0,0 0 0,0 0 0,0 0 0,-1 0 1,1 1-1,-1-1 0,1 1 0,-1-1 0,0 1 0,0-1 0,0 1 1,0 0-1,0-1 0,-1 1 0,1 0 0,-1 0 0,0 0 1,1 0-1,-2-1 0,1 1 0,0 0 0,0 0 0,-1 0 1,0 0-1,1-1 0,-1 1 0,0 0 0,-1 2-5,2-1 26,0 81 177,-2-65-266,1 0 0,1 0 0,1 0 0,1 0 0,1 0 0,0 0 0,1 0 0,2-1 0,4 13 63,2-12-1793,0-12-2357</inkml:trace>
  <inkml:trace contextRef="#ctx0" brushRef="#br0" timeOffset="1592.689">3239 426 5777,'0'0'1797,"0"0"-949,0 0-121,0 0 508,-5 28 14,-37 174 269,15 22 304,66-232-1538,76-122-112,-85 88-235,-11 15 18,113-111-250,-130 136 293,-1 1-1,1 0 1,0 0-1,-1 0 1,1 0 0,0 0-1,-1 0 1,1 1 0,0-1-1,0 1 1,0-1 0,0 1-1,0 0 1,0-1 0,0 1-1,0 0 1,0 0 0,0 0-1,-1 1 1,1-1 0,0 0-1,0 1 1,0-1 0,0 1-1,0 0 1,-1 0 0,1-1-1,0 1 1,0 0-1,-1 0 1,1 1 0,-1-1-1,1 0 1,-1 1 0,0-1-1,1 0 1,-1 1 0,0 0-1,0-1 1,0 1 0,0 0-1,0-1 1,0 1 0,-1 0-1,1 0 1,-1 0 0,1 0-1,-1-1 1,1 1 0,-1 1 2,9 105 505,-9-96-436,0 77 446,0-89-403,31-54 23,-16 34-209,0 0-1,1 1 1,1 1 0,1 1 0,1 1-1,0 0 1,1 1 0,0 1 0,1 1-1,1 1 1,0 1 0,7-2 74,-27 12 4,-1 1 1,0-1-1,1 0 0,-1 0 1,1 1-1,-1-1 0,1 0 1,0 1-1,-1 0 0,1-1 1,-1 1-1,1 0 1,0 0-1,-1 0 0,1 0 1,0 0-1,-1 0 0,1 0 1,0 1-1,-1-1 0,1 1 1,-1-1-1,1 1 0,-1 0 1,1-1-1,-1 1 1,1 0-1,-1 0 0,1 0 1,-1 0-1,0 0 0,0 0 1,0 0-1,0 1 0,0-1 1,0 0-1,0 1 0,0-1 1,0 1-1,0-1 0,-1 1 1,1-1-1,-1 1 1,1-1-1,-1 1 0,1 0 1,-1-1-1,0 1 0,0 0 1,0-1-1,0 1 0,0 0 1,0-1-1,-1 1 0,1-1 1,0 1-1,-1 0 0,1-1 1,-1 1-1,0-1 1,1 1-1,-1-1 0,0 1-4,1 13 153,-24 252 956,23-263-1077,-1 12-348,9-21-3186,7-17-2969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1T07:08:26.9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13 396 5401,'0'0'1612,"0"0"-230,0 0-92,0 0 157,0 0-108,0 0-396,-4-11-503,3 10-433,0 0 0,0 0 1,0-1-1,0 1 0,1 0 0,-1-1 1,0 1-1,1-1 0,-1 1 1,1-1-1,0 1 0,0-1 0,-1 1 1,1-1-1,0 0 0,0 1 1,0-1-1,1 1 0,-1-1 1,0 1-1,0-1 0,1 1 0,-1-1 1,1 1-1,0-1 0,-1 1 1,1 0-1,0-1 0,0 1 0,0 0 1,0-1-1,0 1 0,0 0 1,0 0-1,0 0 0,0 0 1,0 0-1,1 0 0,-1 0 0,0 1 1,1-1-1,-1 0 0,1 1 1,-1-1-1,1 1 0,-1-1 0,1 1 1,-1 0-1,1 0 0,-1 0 1,1 0-1,-1 0 0,1 0 1,0 0-1,-1 0 0,1 0 0,-1 1 1,1-1-1,-1 1 0,1-1 1,-1 1-1,0 0 0,1-1 0,-1 1 1,0 0-1,1 0-7,461 17 650,-310-5-602,0-7 0,0-7 1,-1-6-1,1-6 0,119-29-48,-90-1-2551,-143 32-250</inkml:trace>
  <inkml:trace contextRef="#ctx0" brushRef="#br0" timeOffset="239.994">1481 0 7274,'0'0'1008,"0"0"-168,86 144 376,-48-66 128,-8 2-351,-12-2-353,-12-6 40,-6-13-40,-21-9 144,-24-9-64,-5-12-375,8-10-81,10-17-256,32-7-8,0-27-857,29-8-3079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1T07:08:30.80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10522,'0'0'2489,"0"0"-1617,0 0-640,0 0-232,0 0-720,0 0-5906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1T07:08:30.39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6385,'0'0'2586,"0"0"-701,0 0-304,0 0-110,0 0-429,0 0-489,0 5-341,0 559 2098,0-563-2309,-1-1-1,1 0 0,0 1 1,0-1-1,0 1 0,0-1 1,0 1-1,0-1 1,0 1-1,0-1 0,0 1 1,1-1-1,-1 0 0,0 1 1,0-1-1,0 1 0,0-1 1,1 1-1,-1-1 1,0 0-1,0 1 0,1-1 1,-1 0-1,0 1 0,1-1 1,-1 0-1,0 1 1,1-1-1,-1 0 0,0 0 1,1 1-1,-1-1 0,1 0 1,-1 0-1,1 0 1,-1 1-1,0-1 0,1 0 1,-1 0-1,1 0 0,-1 0 1,1 0-1,-1 0 1,1 0-1,-1 0 0,1 0 1,-1 0-1,1 0 0,-1-1 1,0 1-1,1 0 0,-1 0 1,1 0-1,-1 0 1,0-1-1,1 1 0,-1 0 1,1-1-1,-1 1 0,0 0 1,1-1-1,-1 1 1,0 0-1,0-1 0,1 1 1,-1 0-1,0-1 0,1 1 2,135-156-142,-79 86-189,-26 29-115,1 1 0,2 2-1,2 1 1,2 3 0,9-7 444,-48 42-1,1 0-1,0 0 1,-1 0-1,1-1 1,0 1 0,-1 0-1,1 0 1,0 0-1,0 0 1,0 0 0,0 0-1,0 0 1,0-1-1,0 1 1,0 0 0,0 0-1,0 0 1,1 0-1,-1 0 1,0 0 0,1-1-1,-1 1 1,0 0 0,1 0-1,-1 0 1,1-1-1,-1 1 1,1 0 0,0-1-1,-1 1 1,1 0-1,0-1 1,-1 1 0,1-1-1,0 1 1,0-1-1,-1 1 1,1-1 0,0 0-1,0 1 1,0-1-1,0 0 1,-1 0 0,1 1-1,0-1 1,0 0-1,0 0 1,0 0 0,0 0-1,0 0 1,0 0-1,0-1 1,-1 1 0,1 0-1,0 0 1,0-1 0,0 1-1,0 0 1,-1-1-1,1 1 1,0-1 0,0 1-1,-1-1 1,1 1-1,0-1 1,-1 1 0,1-1-1,0 0 1,0 0 1,-17 75 521,-67 138 513,83-211-1039,1 0 1,-1 0-1,1 0 1,0 0-1,-1 0 1,1 0-1,0 0 1,0 0-1,0 0 1,0 0-1,-1 0 1,1-1-1,1 1 1,-1 0-1,0-1 1,0 1-1,0-1 1,0 1-1,0-1 1,0 1-1,1-1 1,-1 0-1,0 0 1,0 0-1,1 0 1,-1 1-1,0-2 1,0 1-1,1 0 1,-1 0-1,0 0 1,0 0-1,1-1 1,-1 1-1,0-1 1,0 1-1,0-1 1,0 1-1,0-1 1,0 0-1,0 1 1,0-1-1,0 0 1,0 0-1,0 0 1,0 0-1,0 0 1,-1 0-1,1 0 1,0 0-1,-1 0 1,1 0-1,0 0 5,148-101-739,-147 104 754,0-1 0,0 1-1,0 0 1,0 0-1,-1 0 1,1 0 0,0 1-1,-1-1 1,1 0-1,-1 1 1,0-1 0,0 1-1,0-1 1,0 1-1,0-1 1,-1 1 0,1 0-1,-1-1 1,1 1-1,-1 0 1,0-1 0,0 1-1,0 0 1,-1 0-1,1-1 1,-1 1 0,1 0-1,-1-1 1,0 1-1,0-1 1,0 1-15,0 14 82,-2 120-2018,3-124-2624</inkml:trace>
  <inkml:trace contextRef="#ctx0" brushRef="#br0" timeOffset="246.505">832 236 8090,'0'0'4097,"0"0"-3201,0 0 472,0 0 40,-38 163-591,29-110-473,3 4-64,3-4-184,3-7-80,0-6-16,0-14-200,9-18-424,3-8-1129,-6 0-4856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1T07:08:28.30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1183 731 7314,'0'0'1432,"0"0"-365,0 0 93,0 0-96,0 0-549,0 0-263,-2 13 88,-26 227 480,29-235-800,1 0-1,-1 0 0,1-1 1,0 1-1,0 0 1,1-1-1,-1 1 0,1-1 1,0 0-1,0 0 1,1 0-1,-1 0 0,1 0 1,0-1-1,0 0 1,0 0-1,0 0 0,0 0 1,1 0-1,-1-1 1,1 0-1,0 0 0,0 0 1,0-1-1,0 1 1,0-1-1,0-1 0,0 1 1,0-1-1,0 1 1,0-1-1,0-1 0,0 1 1,1-1-1,-1 0 0,0 0 1,0 0-1,-1-1 1,1 0-1,0 0 0,0 0 1,-1 0-1,1-1 1,-1 0-1,0 0 0,0 0 1,0 0-1,0-1-19,7-13 122,-1-1 0,-1 0 1,-1 0-1,-1-1 0,0 0 0,-1 0 0,-2 0 0,1-1 0,-2 0 1,-1 0-1,0 0 0,-2 0 0,0 0 0,-1 0 0,-2-6-122,3-14-836,0 40-2892</inkml:trace>
  <inkml:trace contextRef="#ctx0" brushRef="#br0" timeOffset="486.41">1637 1071 10578,'0'0'2031,"0"0"-680,0 0-332,0 0-223,-8-24-320,-23-78-279,29 90-205,1-1 0,0 0 1,1 0-1,1 1 0,0-1 1,1 0-1,0 0 1,1 1-1,0 0 0,1-1 1,0 1-1,1 0 0,1 1 1,0 0-1,0-1 1,1 2-1,0-1 0,1 1 1,0 0-1,7-5 8,-11 10-24,3-8 4,1 2-1,0-1 0,1 1 0,0 0 0,1 1 0,0 0 1,1 1-1,0 0 0,0 1 0,1 0 0,0 0 0,0 1 1,1 1-1,0 0 0,0 1 0,7-2 21,-17 9 1,1 0 0,0 1-1,0-1 1,-1 0 0,0 1-1,1 0 1,-1 0 0,0 0 0,0 0-1,0 1 1,-1-1 0,1 1-1,-1-1 1,0 1 0,0 0 0,0 0-1,-1 0 1,1 0 0,-1 0 0,0 1-1,0-1 1,-1 0 0,1 0-1,-1 1 1,0-1 0,0 0 0,0 1-1,0-1 1,-1 0 0,0 1 0,0-1-1,0 0 1,-1 2-1,2 11 48,-8 192 339,7-210-366,1 1-1,0 0 1,-1 0 0,1-1-1,0 1 1,0 0 0,-1 0-1,1 0 1,0 0 0,-1 0-1,1 0 1,0 0 0,-1 0-1,1-1 1,-1 1 0,1 0-1,0 0 1,-1 0 0,1 1-1,0-1 1,-1 0 0,1 0-1,0 0 1,-1 0 0,1 0-1,0 0 1,-1 0 0,1 1-1,0-1 1,0 0 0,-1 0 0,1 0-1,0 1 1,-1-1 0,1 0-1,0 1-20,0-43 76,5 29-134,0 0 0,1 0-1,0 1 1,1-1 0,0 2 0,1-1 0,1 1-1,0 0 1,0 0 0,1 1 0,0 1-1,1-1 1,0 2 0,0 0 0,1 0 0,0 1-1,0 0 1,1 1 0,0 0 0,0 1-1,0 1 1,1 0 0,5 0 58,-16 2-3,0 1 0,0-1 1,0 1-1,0 0 0,0 0 0,0 0 0,1 1 1,-1-1-1,0 1 0,0-1 0,1 1 0,-1 0 1,0 1-1,1-1 0,-1 0 0,0 1 0,0 0 1,1 0-1,-1 0 0,0 0 0,0 0 1,0 1-1,0-1 0,0 1 0,-1 0 0,1 0 1,0 0-1,-1 0 0,1 0 0,-1 1 0,0-1 1,0 1-1,0-1 0,0 1 0,0 0 0,0 0 1,-1 0-1,0 0 0,1 0 0,-1 0 0,0 0 3,-20 306-1919,18-271-2283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1T07:08:54.53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28574 5677 11378,'0'0'1801,"0"0"-1169,0 0 264,-86 179-88,74-117-392,9-4-216,3-1-104,0-7-56,12-7-40,27-16-648,-7-14-1064,1-13-2921</inkml:trace>
  <inkml:trace contextRef="#ctx0" brushRef="#br0" timeOffset="260.724">28705 5188 10762,'0'0'1233,"0"0"-1233,0 0-921,0 0-111,0 0-1872</inkml:trace>
  <inkml:trace contextRef="#ctx0" brushRef="#br0" timeOffset="438.332">28913 5591 6385,'0'0'1911,"0"0"-113,0 0-270,-1 29-406,-10 200 390,5-150-1205,29-95-254,17-17-157,-27 19 9,1 1 0,1 1 0,0 0 1,0 1-1,2 0 0,-1 1 1,1 1-1,0 1 0,1 0 0,0 2 1,0 0-1,1 0 0,-1 2 0,12-1 95,-20 90 2142,-11-67-2086,22 86-841,-6-89-1434</inkml:trace>
  <inkml:trace contextRef="#ctx0" brushRef="#br0" timeOffset="931.256">29641 5180 10338,'0'0'1354,"0"0"-783,-13 34-62,-66 230 1182,63-123-811,5 1-1,8 89-879,3-231 125,27-16 137,70-46-481,4 4 0,1 4 0,3 4 0,66-18 219,-230 56 29,13 10-103,-129 13 41,170-10 61,-1 1 0,1-1 0,0 1 0,0 0 0,0 0 0,0 1 0,0-1 0,1 1 0,-1 0 0,1 0 0,0 1 0,0-1 0,0 1 0,0 0 0,1 0 0,-1 0 0,1 1 0,0-1 0,0 1 0,1 0 0,-1 0 0,1 0 0,0 0 0,0 0 0,1 0 0,0 0 0,0 1 1,0-1-1,0 4-28,4 10 120,1 1 0,0-1 1,2 0-1,0 0 1,1-1-1,1 1 0,0-2 1,2 1-1,0-1 1,1-1-1,0 0 0,2 0 1,0-1-1,0-1 1,1 0-1,1-1 0,1 0 1,11 7-121,15 19 68,-27-26-304,-1 2 1,0-1 0,0 2-1,-2 0 1,0 0-1,-1 2 1,0-1 0,-2 1-1,0 0 1,-1 1-1,-1 0 1,2 9 235,-4 26-6908</inkml:trace>
  <inkml:trace contextRef="#ctx0" brushRef="#br0" timeOffset="-12680.144">868 6527 5577,'0'0'1306,"0"0"-433,0 0 198,0 0 132,0 0-196,-3-2-257,-110-41 817,88 45-1544,0 0 0,1 2 1,-1 0-1,1 2 0,0 1 1,0 1-1,0 1 0,1 1 1,1 1-1,0 0 0,0 2 1,1 1-1,1 1 0,0 0 1,1 1-1,-12 15-23,25-27 5,1 0 0,0 0-1,0 1 1,0 0 0,0-1 0,1 2 0,0-1 0,0 0-1,1 1 1,-1 0 0,1 0 0,0 0 0,1 0 0,-1 0 0,1 0-1,0 1 1,1-1 0,0 1 0,0-1 0,0 1 0,1 0-1,0-1 1,0 1 0,0 0 0,1-1 0,0 1 0,1 0-5,7 4-1,0 0 0,0-1 0,1 0 0,1-1 1,0 0-1,0 0 0,0-1 0,1-1 1,1 0-1,10 4 1,12 10-6,35 19-19,113 88 18,-181-127 12,0 0 0,-1 1 0,1-1 0,-1 1-1,1-1 1,-1 1 0,0 0 0,1-1 0,-1 1 0,0 0-1,0 0 1,0 0 0,-1 0 0,1 0 0,0 0 0,-1 0-1,1 0 1,-1 0 0,0 0 0,1 1 0,-1-1 0,0 0-1,-1 0 1,1 0 0,0 0 0,0 0 0,-1 0 0,1 0-1,-1 1 1,0-1 0,0-1 0,0 1 0,0 0 0,0 0 0,0 0-1,0 0 1,0-1 0,-1 1 0,1 0 0,-1-1 0,1 0-1,-1 1 1,0-1 0,0 0 0,1 0 0,-1 0 0,0 0-1,0 0 1,0 0 0,0 0 0,0-1 0,0 1 0,0-1-1,-2 1-4,-121 23 663,-117-20 455,229-4-1093,-1-2 1,1 0-1,0-1 0,0 0 0,0-1 0,0 0 0,1-1 1,-1 0-1,1-1 0,0-1 0,1 0 0,0 0 0,0-1 0,0-1 1,1 0-1,-7-8-25,14 14-70,1-1 0,-1 1 1,1-1-1,0 1 0,0-1 0,0 0 1,1 0-1,-1 0 0,1 0 0,0 0 1,0 0-1,1 0 0,-1-1 0,1 1 1,0 0-1,0 0 0,0-1 0,0 1 1,1 0-1,0 0 0,0-1 70,31-46-3944,0 24-1687</inkml:trace>
  <inkml:trace contextRef="#ctx0" brushRef="#br0" timeOffset="-12269.832">1064 6824 7906,'0'0'1079,"0"0"-642,0 0-240,0 0 59,-24 23-32,-74 77-23,92-94-182,0 1 0,1 0 0,0 0 0,0 0 0,1 1 0,0 0 0,0-1 0,1 1 0,0 1 0,0-1 0,1 0 0,0 1 0,0-1 0,1 1 0,1 0 0,-1-1 0,1 1 0,0 0 0,2 5-19,-2 12 23,1-19-26,1-1 1,-1 0 0,1 0-1,0-1 1,0 1 0,1 0-1,0-1 1,0 1 0,0-1-1,1 0 1,-1 0 0,1 0-1,0-1 1,1 1 0,-1-1-1,1 0 1,0 0 0,0 0-1,0-1 1,0 0 0,1 0-1,-1 0 1,1-1 0,0 0-1,0 0 1,0 0 0,0-1-1,0 0 1,0 0 0,0 0-1,0-1 1,0 0 0,1 0-1,-1 0 1,0-1 0,0 0-1,0 0 1,0-1 0,0 0-1,1 0 3,-1-3 85,-1-1 0,0 1 1,0-1-1,0 0 0,-1 0 0,0 0 0,0-1 0,0 1 0,-1-1 0,0 0 0,0 0 0,-1 0 0,0 0 0,0-1 1,-1 1-1,1-1 0,-2 1 0,1-1 0,-1 1 0,0-1 0,-1 1 0,0-1 0,0 1 0,0-1 0,-3-4-85,2 4 98,-1 0-1,0 1 0,0-1 1,-1 1-1,0 0 1,0 0-1,0 0 0,-1 1 1,0-1-1,-1 1 0,1 1 1,-1-1-1,0 1 0,0 0 1,-1 0-1,0 0 0,0 1 1,0 0-1,0 1 0,0-1 1,-1 1-1,0 1 1,1 0-1,-1 0 0,0 0 1,0 1-1,0 0 0,0 1 1,-1-1-1,1 2 0,0-1 1,0 1-1,-1 0-97,9 0-67,-1-1 0,1 1-1,-1 0 1,1-1 0,0 1-1,-1-1 1,1 1 0,0-1 0,0 1-1,0 0 1,-1-1 0,1 1 0,0 0-1,0-1 1,0 1 0,0 0 0,0-1-1,0 1 1,0 0 0,0-1-1,0 1 1,0 0 0,0-1 0,1 1-1,-1-1 1,0 1 0,0 0 0,1-1-1,-1 1 1,0-1 0,1 1 0,-1-1-1,1 1 1,-1-1 0,1 1-1,-1-1 1,0 1 0,1-1 0,0 1-1,-1-1 1,1 0 0,-1 1 0,1-1-1,-1 0 1,1 0 0,0 1 0,-1-1-1,1 0 1,0 0 0,-1 0-1,1 0 1,0 0 0,-1 0 0,1 0-1,0 0 1,-1 0 0,1 0 0,0 0-1,-1 0 1,1-1 0,-1 1 0,1 0-1,0 0 1,-1-1 0,1 1-1,-1 0 68,33 6-4392</inkml:trace>
  <inkml:trace contextRef="#ctx0" brushRef="#br0" timeOffset="-11854.572">1316 6885 7498,'0'0'1440,"0"0"-687,0 0-227,0 0-45,0 0-114,-3 30-87,-18 181 226,16-37 758,5-172-1264,0-1 0,1 1 1,0-1-1,-1 1 0,1-1 0,0 0 0,0 1 1,-1-1-1,1 0 0,0 0 0,1 0 1,-1 1-1,0-1 0,0 0 0,0 0 1,1-1-1,-1 1 0,0 0 0,1 0 1,-1-1-1,0 1 0,1 0 0,-1-1 1,1 0-1,-1 1 0,1-1 0,0 0 1,-1 0-1,1 0 0,-1 0 0,1 0 0,-1 0 1,1 0-1,-1 0 0,1-1 0,-1 1 1,1-1-1,-1 1 0,1-1 0,-1 1 1,1-1-1,-1 0 0,0 0 0,1 0 1,-1 0-1,0 0 0,0 0 0,0 0 1,0 0-1,1-1 0,18-15-67,-1-1 0,0-1-1,-2-1 1,0-1 0,-1 0 0,-1-1 0,-1 0 0,-1-1 0,1-5 67,-10 20-8,7-9 23,0-1 1,-2-1-1,0 0 0,-1 0 0,-1-1 0,-1 0 1,-1 0-1,0 0 0,-1-2-15,-18 37 1078,3 8-1023,1 0 0,2 0 0,0 1 0,1 1 1,1-1-1,2 1 0,0 0 0,2 0 1,1 0-1,1 26-55,0-46-92,1 1 1,-1 0 0,1 0-1,0 0 1,1-1 0,-1 1-1,1-1 1,0 1 0,0-1-1,1 1 1,0-1-1,0 0 1,0 0 0,0-1-1,1 1 1,0-1 0,0 1-1,0-1 1,0 0 0,1-1-1,-1 1 1,1-1 0,0 0-1,0 0 1,1 0 0,-1-1-1,0 0 1,3 1 91,37 11-4426</inkml:trace>
  <inkml:trace contextRef="#ctx0" brushRef="#br0" timeOffset="-11481.962">1729 6786 6569,'0'0'1253,"0"0"-721,0 0-229,0 0 267,0 0 136,9 28-53,44 170 293,-50 44 491,-20-179 1,5-104 22,10 22-1431,1 0-1,0-1 0,2 1 1,0 0-1,1 0 0,1 0 1,1 0-1,1 0 0,0 1 1,1-1-1,1 1 0,1 1 1,1 0-1,0 0 0,1 0 1,1 1-1,0 1 1,1 0-1,1 0 0,2 0-28,-3 6-217,0 0 0,1 0 0,0 1 0,1 1 0,-1 1 0,1-1 0,1 2 0,-1 0 0,1 1 0,-1 1 0,1 0 0,1 0 0,-1 2 0,13 0 217,19 0-4922</inkml:trace>
  <inkml:trace contextRef="#ctx0" brushRef="#br0" timeOffset="-11123.623">2308 6765 6265,'0'0'1745,"0"0"-969,0 0 288,0 0 8,0 0-287,0 0-409,0 0 216,-86 29-104,39 20-192,-7 17 64,-2 9-96,5 3 40,16-9-136,20-10-120,15-13-48,35-30-328,22-11-968,-1-5-4057</inkml:trace>
  <inkml:trace contextRef="#ctx0" brushRef="#br0" timeOffset="-10741.162">2457 6995 5697,'0'0'4553,"0"0"-3191,0 0-998,0 0-36,0 0-28,26 6-103,84 15-67,-105-22-124,1 0 0,0-1 0,-1 1 0,1-1 0,-1 0 0,1 0 0,-1-1 0,0 0 0,0 0 0,0 0 0,0 0 0,-1-1 0,1 0 1,-1 0-1,0 0 0,0 0 0,0-1 0,-1 1 0,1-1 0,-1 0 0,0 0 0,-1 0 0,1-1 0,-1 1 0,0-1 0,-1 1 0,1-1 0,-1 0 0,0 1 0,0-1 0,-1 0 1,0 0-1,0 0 0,0 0 0,-1 1 0,1-1 0,-3-4-6,2 3 14,-1 1 0,0 0 0,-1 0-1,0 0 1,0 0 0,0 0 0,-1 0 0,1 1 0,-1 0 0,-1 0 0,1 0 0,-1 0 0,0 0 0,0 1-1,0 0 1,0 0 0,-1 1 0,0-1 0,1 1 0,-1 0 0,-1 1 0,1 0 0,0-1 0,0 2 0,-1-1 0,1 1-1,-1 0 1,0 1 0,1-1 0,-1 1 0,0 0 0,1 1 0,-1 0 0,1 0 0,-1 0 0,1 1 0,-1 0-1,1 0 1,0 1 0,0 0 0,0 0 0,0 0 0,1 0 0,-4 4-14,-4 4 64,1 1-1,0 1 1,1 0-1,0 0 1,1 1-1,1 1 1,0-1 0,1 1-1,0 1 1,2 0-1,-1 0 1,2 0 0,0 1-1,2-1 1,-1 1-1,2 0 1,0 0 0,1 0-1,1 1 1,1-1-1,0 0 1,2 9-64,-1-20 20,1 0 0,0 0 0,0 0 0,0 0 0,1-1 0,0 0 0,0 1 0,0-1 0,1-1-1,-1 1 1,1-1 0,0 0 0,1 0 0,-1 0 0,1 0 0,0-1 0,-1 0 0,1 0 0,1-1 0,-1 0 0,0 0 0,0 0 0,3-1-20,155 22 82,56-26-2347,-169-9-1503</inkml:trace>
  <inkml:trace contextRef="#ctx0" brushRef="#br0" timeOffset="-7737.473">9964 1130 7274,'0'0'1396,"0"0"-727,0 0-367,0 0 246,-3 37 87,-6 312 637,70 600 102,-58-721-1193,-10 0 1,-10 0 0,-18 53-182,-63 184 163,44-229 68,11 3-1,8 10-230,32-45 84,4-199-78,1 0 0,0 0 0,0 0 0,1 0 1,0-1-1,-1 0 0,1 1 0,1-1 0,-1 0 0,0 0 0,1 0 0,0-1 0,0 1 0,0-1 0,0 0 0,1 0 0,-1-1 1,1 1-1,0-1 0,0 0 0,0 0 0,0-1 0,0 1 0,0-1 0,0 0 0,0-1 0,0 1 0,1-1 0,-1 0 0,0 0 1,0-1-1,1 1 0,-1-1 0,0 0 0,0-1 0,0 1 0,4-3-6,30 3 35,213-5 335,241-38-370,19-29 137,636-65-22,207 116-8,-921 24-77,2589-7 329,-2589 5-290,-389-12-1964,-42-3-617</inkml:trace>
  <inkml:trace contextRef="#ctx0" brushRef="#br0" timeOffset="-6787.724">9551 1285 6953,'0'0'1179,"0"0"-424,0 0-497,0 0 87,52-1 243,476-17 872,1706-131 1064,132 153-2144,-2318-2-380,358 23 5,1-19 0,-1-17 1,170-35-6,49-53 9,-398 97-49,-223 5 44,0 0 0,-1 1 0,1-1-1,-1 1 1,1 0 0,-1 0 0,-1 0 0,1 1 0,0-1 0,-1 1-1,0-1 1,0 1 0,0 0 0,-1 0 0,1 0 0,-1 0 0,0 0-1,-1 0-3,10 52 103,-4 0 0,-1 1 0,-3 0 0,-5 39-103,2-4 55,-22 524 529,-134 766-296,132-942-117,23 163-171,34-419 8,-33-185-49,1-1 0,-1 1 0,1-1-1,-1 1 1,1-1 0,-1 1 0,1-1 0,-1 1 0,1-1 0,0 0-1,-1 1 1,1-1 0,0 0 0,-1 1 0,1-1 0,0 1 0,0-1-1,0 0 1,0 0 0,0 1 0,0-1 0,0 0 0,0 1-1,0-1 1,0 0 0,0 1 0,0-1 0,0 0 0,0 1 0,1-1-1,-1 0 1,0 1 0,0-1 0,1 0 0,-1 1 0,1-1-1,-1 1 1,0-1 0,1 1 0,-1-1 0,1 1 0,-1-1 0,1 1-1,0-1 1,-1 1 0,1 0 0,-1-1 0,1 1 0,0 0-1,-1 0 1,1-1 0,0 1 0,-1 0 0,1 0 0,0 0 0,-1 0-1,1 0 1,0 0 0,-1 0 0,1 0 0,0 0 0,0 0 0,-1 0-1,1 0 1,0 1 0,-1-1 0,1 0 0,-1 0 0,1 1-1,0-1 42,0-43-6099</inkml:trace>
  <inkml:trace contextRef="#ctx0" brushRef="#br0" timeOffset="-6118.154">12358 250 7514,'0'0'2008,"0"0"-1232,-63 158-272,28-65 248,2 12 25,6-7-225,10-7-208,5-16-120,9-16-80,3-16-144,29-22-168,13-10-1248,0-11-1577</inkml:trace>
  <inkml:trace contextRef="#ctx0" brushRef="#br0" timeOffset="-5862.3">12307 579 9514,'0'0'1312,"0"0"-1128,0 0-80,0 0 240,187-96-168,-115 69-55,-1 5-113,-3 6-8,-11 8-40,-19 8-633,-14 0-959,-24 0-1681</inkml:trace>
  <inkml:trace contextRef="#ctx0" brushRef="#br0" timeOffset="-5603.68">12331 568 7274,'0'0'1168,"0"0"-880,0 0 56,0 0 656,0 0-64,172 104-344,-115-77-311,-4 3-177,1-1-104,11-5-56,-14-5-1281,-10-19-2816</inkml:trace>
  <inkml:trace contextRef="#ctx0" brushRef="#br0" timeOffset="-5356.921">13299 389 3273,'0'0'4149,"0"0"-2658,0 0-891,0 0 244,-31-1 65,-104 1-228,127 0-630,1 1 1,-1 1 0,1-1-1,0 1 1,0 1 0,0-1 0,0 1-1,0 0 1,1 1 0,-1 0-1,1 0 1,0 0 0,0 1 0,0 0-1,1 0 1,-1 1-52,-11 9 126,2-4-8,0 0-1,1 1 1,0 1 0,1 0-1,0 1 1,1 0 0,1 1-1,0 1 1,1-1 0,1 2-1,0-1 1,1 1 0,-3 13-118,10-28-12,1-1 0,0 1 0,0 0-1,0-1 1,0 1 0,0 0 0,1-1 0,-1 1 0,0 0 0,1-1 0,0 1 0,-1-1 0,1 1 0,0-1 0,-1 1-1,1-1 1,0 1 0,0-1 0,0 0 0,0 1 0,1-1 0,-1 0 0,0 0 0,0 0 0,1 0 0,-1 0 0,1 0 0,-1 0-1,1-1 1,-1 1 0,1 0 0,-1-1 0,1 1 0,0-1 0,-1 0 0,1 1 0,0-1 0,-1 0 0,1 0 0,0 0-1,-1 0 1,3-1 12,77-8-610,103-61-893,-181 71 1517,0 0-1,-1 1 1,1-1 0,-1 1-1,0-1 1,0 1 0,1 0-1,-1-1 1,0 1-1,0 0 1,-1 1 0,1-1-1,0 0 1,-1 0 0,1 1-1,-1-1 1,0 1-1,0-1 1,0 1 0,0 0-1,0-1 1,-1 1 0,1 0-1,-1-1 1,1 1-1,-1 0 1,0 0 0,0 0-1,-1-1 1,1 1-1,0 0 1,-1 0 0,0-1-1,1 1 1,-1 0 0,0-1-1,-1 1 1,1 0-14,0 18 144,1-14-177,13 117 239,34-55-3563,-18-51-2569</inkml:trace>
  <inkml:trace contextRef="#ctx0" brushRef="#br0" timeOffset="-5057.665">13778 49 5217,'0'0'1244,"0"0"-305,0 0-29,0 0 197,0 0-38,-29-10-247,-94-27-222,120 37-579,-1-1 0,1 1 1,0-1-1,0 1 0,0 0 0,0 0 0,-1 1 1,1-1-1,0 1 0,0-1 0,0 1 1,0 0-1,0 0 0,0 1 0,0-1 0,0 0 1,0 1-1,1 0 0,-1 0 0,0 0 1,1 0-1,0 0 0,-1 0 0,1 0 0,0 1 1,0-1-1,0 1 0,1 0 0,-1 0 1,1-1-1,-1 1 0,1 0 0,0 0 0,0 2-21,-5 6 110,-9 23 71,1 0-1,2 1 1,1 0 0,2 1 0,2 0 0,1 0-1,1 1 1,2 1-181,-1-1 113,-16 225 759,12 210-872,8-369-119,-8-85-3527,-7-18-1094</inkml:trace>
  <inkml:trace contextRef="#ctx0" brushRef="#br0" timeOffset="-4802.043">13240 766 9210,'0'0'2248,"0"0"-1375,0 0-465,0 0 56,152-80-184,-72 64-128,48-3-152,-19 8-1024,-11-2-1985</inkml:trace>
  <inkml:trace contextRef="#ctx0" brushRef="#br0" timeOffset="-4620.311">14140 1 8466,'0'0'1760,"0"0"-1416,0 0 280,0 0 697,-38 212-577,20-111-336,3 6-104,0 0-176,3-5-120,6-9 96,-3 6-104,0-21-384,3-28-2273</inkml:trace>
  <inkml:trace contextRef="#ctx0" brushRef="#br0" timeOffset="-4443.955">14188 565 8362,'0'0'1352,"0"0"-1072,0 0 16,0 0 144,193-120-248,-134 104-192,-2 16-520,-19 0-824,-14 3-1361</inkml:trace>
  <inkml:trace contextRef="#ctx0" brushRef="#br0" timeOffset="-4273.874">14078 608 7482,'0'0'1416,"0"0"-936,0 0 216,0 0 488,0 0-279,62 147-529,-20-112-256,11-6-120,33-10-712,-11-14-1033,-13-5-3800</inkml:trace>
  <inkml:trace contextRef="#ctx0" brushRef="#br0" timeOffset="-3848.441">14942 426 6569,'0'0'1621,"0"0"-496,0 0-126,0 0-23,0 0-51,-29 5-333,-97 18-214,119-21-328,-1 1 0,1 0 0,0 0 0,0 0 0,0 1 0,0 0 0,1 1 0,0-1 0,0 1 0,0 0 0,0 1 0,1 0 0,0-1 0,0 2 0,0-1 0,1 1-1,0-1 1,0 1 0,-2 6-50,-1-1 90,-18 91 208,30-99-331,-1 0 0,1-1 0,0 0 0,0 0 0,0 0-1,0 0 1,1-1 0,-1 0 0,1 0 0,-1-1 0,1 1 0,0-1 0,0-1 0,0 1 0,-1-1 0,1 0 0,0 0 0,0 0 0,0-1 0,-1 0 0,1 0 0,0-1 0,4-1 33,179-58-1670,-162 104 3026,-22-25-1116,-1-10-285,1-1-1,0 0 1,1 0-1,0-1 1,0 0-1,0 0 1,1 0-1,-1 0 1,1-1-1,1 0 1,-1-1-1,1 0 1,0 0-1,0 0 1,0-1-1,0-1 0,1 1 1,-1-1-1,1 0 1,-1-1-1,1 0 1,0-1-1,3 0 46,56 5-4255</inkml:trace>
  <inkml:trace contextRef="#ctx0" brushRef="#br0" timeOffset="-257.94">28087 5340 7258,'0'0'1337,"0"0"-634,0 0 90,0 0 444,0 0-362,0 0-418,-31 1-276,5-1-135,15-1-19,0 1 1,0 0-1,0 0 1,-1 1-1,1 0 0,0 1 1,0 1-1,0-1 1,1 2-1,-1-1 0,1 2 1,0-1-1,0 1 1,0 1-1,0 0 1,-7 7-28,10-9 22,-1 1 0,2 1 0,-1-1 0,1 1 0,0 0 1,0 1-1,0 0 0,1 0 0,0 0 0,0 0 1,1 1-1,0-1 0,0 1 0,1 0 0,0 1 1,1-1-1,0 0 0,0 1 0,0-1 0,1 1 0,0 0 1,1-1-1,0 1 0,1 0 0,-1 0 0,2-1 1,-1 1-1,1-1 0,1 1 0,-1-1 0,1 0 0,1 0 1,3 6-23,149 93-605,-7-9 220,-145-95 417,-1 1 0,0 0 0,1 0 0,-1 1 0,-1-1 1,1 1-1,-1-1 0,0 1 0,0 0 0,0 0 0,-1 0 0,1 0 0,-1 0 0,0 0 0,-1 1 0,1-1 0,-1 0 0,0 0 0,-1 0 0,1 1 1,-1-1-1,0 0 0,0 0 0,0 0 0,-1 0 0,0 0 0,0 0 0,0-1 0,-1 1 0,0-1 0,1 1 0,-1-1 0,-1 0 0,1 0 0,-1 0 1,1 0-1,-1-1 0,0 0 0,-1 0 0,1 0 0,0 0 0,-1 0 0,0-1 0,1 0 0,-4 1-32,-15 7 237,0-1-1,-1-2 0,0 0 1,0-2-1,0 0 1,0-2-1,-1 0 0,0-2 1,1-1-1,-1-1 1,-23-4-237,46 5-12,0 0 0,0-1 0,-1 1 0,1-1 1,0 1-1,0-1 0,0 0 0,0 0 0,0 0 1,0 0-1,0 0 0,1-1 0,-1 1 0,0 0 1,1-1-1,-1 0 0,1 1 0,-1-1 0,1 0 0,0 1 1,0-1-1,0 0 0,0 0 0,0 0 0,0 0 1,0 0-1,0 0 0,1-1 0,-1 1 0,1 0 1,0 0-1,0 0 0,0-1 0,0 1 0,0 0 0,0 0 1,0 0-1,1 0 0,-1-1 0,1 1 0,0 0 1,-1 0-1,1 0 0,0 0 0,0 0 0,1 0 12,55-92-3855,1 30-3257</inkml:trace>
  <inkml:trace contextRef="#ctx0" brushRef="#br0" timeOffset="6777.231">12281 1899 5761,'0'0'1926,"0"0"-379,0 0-16,0 0 37,0 0-327,0 0-663,-5 14-402,-26 112 233,6 1 0,5 1 0,5 4-409,10-84 47,-38 314 844,8 251-891,35-612 15,0-1-7,0 0 24,23-12 404,7-3-405,0 1 1,1 1 0,1 2-1,0 1 1,1 1-1,0 2 1,0 1 0,21 0-32,-29 2 11,122-13-17,0 7 0,0 6 0,1 6 1,-1 7-1,0 7 0,8 7 6,247 21 112,2-17 0,238-21-112,-644-19 73,-53-41-2482,9 22-3802</inkml:trace>
  <inkml:trace contextRef="#ctx0" brushRef="#br0" timeOffset="7450.696">12099 1926 5705,'0'0'2462,"0"0"-456,0 0-394,0 0-293,0 0-240,0 0-332,-1-6-428,2 4-299,1-1 0,-1 0 0,1 0 0,0 1 1,0-1-1,0 1 0,0-1 0,0 1 0,1 0 1,-1 0-1,1 0 0,-1 0 0,1 0 0,0 1 1,0-1-1,0 1 0,0 0 0,0 0 0,0 0 1,0 0-1,0 0 0,0 1 0,0-1 1,1 1-1,-1 0 0,0 0 0,0 0 0,0 0 1,1 1-1,-1-1 0,0 1 0,0 0 0,0 0 1,1 1-21,35-5 98,487-43 251,1 22 0,92 26-349,294 67-127,-912-70 132,0 1 1,1 0-1,-1-1 0,0 1 1,0 0-1,0 0 0,0-1 1,0 1-1,0 0 0,0 0 1,0 0-1,0 1 0,0-1 1,0 0-1,1 0 0,-1 0 1,0 1-1,0-1 1,0 1-1,0-1 0,0 1 1,-1-1-1,1 1 0,0-1 1,0 1-1,0 0 0,0 0 1,0-1-1,-1 1 0,1 0 1,0 0-1,-1 0 0,1 0 1,-1 0-1,1 0 0,-1 0 1,1 0-1,-1 0 1,0 0-1,1 0 0,-1 0 1,0 0-1,0 0 0,0 0 1,0 0-1,0 0 0,0 0 1,0 0-1,0 1 0,0-1 1,-1 0-6,2 10-105,1 374 118,-30 649 251,51-876 439,-16-155-587,-5-34-528,-2-20-1652,0-6-3583</inkml:trace>
  <inkml:trace contextRef="#ctx0" brushRef="#br0" timeOffset="8362.334">12664 1370 4761,'0'0'1812,"0"0"-890,0 0-75,0 0 250,0 26-142,0 199 803,0-105-218,0-119-1406,0-1 15,0-3 12,4-19-250,1 0-1,1 0 1,1 1-1,0 0 1,2 0 0,1 1-1,0 0 1,2 0-1,0 1 1,1 1-1,0 0 1,6-3 89,24-23-55,-42 43 57,-1 0 0,1 0 1,0 0-1,-1 1 1,1-1-1,0 0 0,0 0 1,0 1-1,0-1 1,0 0-1,0 1 0,-1-1 1,2 1-1,-1-1 0,0 1 1,0-1-1,0 1 1,0 0-1,0-1 0,0 1 1,0 0-1,0 0 0,0 0 1,1 0-1,-1 0 1,0 0-1,0 0 0,0 1 1,0-1-1,0 0 0,0 1 1,0-1-1,0 0 1,0 1-1,0-1 0,0 1 1,0 0-1,0-1 0,0 1 1,0 0-1,0 0 1,0-1-1,-1 1 0,1 0 1,0 0-1,-1 0 0,1 0 1,0 0-1,-1 0-2,43 235 934,-42-235-937,0 0 1,0 0-1,0 0 1,0 0-1,1 0 1,-1-1-1,0 1 1,0 0-1,1-1 1,-1 1 0,1-1-1,-1 1 1,0-1-1,1 0 1,-1 0-1,1 1 1,-1-1-1,1 0 1,-1 0-1,0-1 1,1 1-1,-1 0 1,1 0-1,-1-1 1,1 1-1,-1-1 1,0 1 0,1-1-1,-1 0 1,0 1-1,0-1 1,1 0-1,-1 0 1,0 0-1,0 0 1,0 0-1,0 0 1,0 0-1,0 0 1,0 0-1,-1 0 1,1-1-1,0 1 1,-1 0 0,1-1-1,0 1 1,-1 0-1,0-1 1,1 1-1,-1-1 1,0 0 2,6-5 4,16-17-22,-5 4-207,0 0 0,2 1-1,0 1 1,1 1 0,0 1 0,2 0 0,0 2 0,11-6 225,-31 20 22,-1-1 0,1 1 0,-1 0 0,1-1-1,0 1 1,-1 0 0,1 0 0,-1 0 0,1 0 0,0 0-1,-1 0 1,1 1 0,0-1 0,-1 1 0,1-1 0,-1 1-1,1-1 1,-1 1 0,1 0 0,-1-1 0,1 1 0,-1 0-1,0 0 1,0 0 0,1 0 0,-1 1 0,0-1 0,0 0-1,0 0 1,0 1 0,0-1 0,0 1 0,-1-1 0,1 1-1,0-1 1,-1 1 0,1-1 0,-1 1 0,0-1 0,1 1-1,-1 0 1,0-1 0,0 1 0,0 0 0,0-1-1,0 1 1,0-1 0,-1 1 0,1 0 0,0-1 0,-1 1-1,1-1 1,-1 1 0,0-1 0,0 1 0,1-1 0,-1 1-1,0-1 1,0 0 0,0 1-22,-1 23 136,-6 40 194,6-56-395,-1 1 1,2-1-1,-1 1 0,1-1 1,1 1-1,0 0 0,0-1 1,1 1-1,0 0 0,0-1 0,1 0 1,1 1-1,2 5 65,11 1-2474</inkml:trace>
  <inkml:trace contextRef="#ctx0" brushRef="#br0" timeOffset="8717.216">13513 1442 5921,'0'0'1225,"0"0"-464,0 0 182,0 0-20,0 0-340,0 0-287,-20 18-44,-63 57 33,80-73-253,0 1-1,1 0 1,-1 0-1,0 0 0,1 1 1,0-1-1,0 1 1,0-1-1,0 1 1,0 0-1,1 0 1,0-1-1,0 1 1,0 0-1,0 0 1,0 0-1,1 0 1,0 1-1,0-1 1,0 0-1,0 0 1,1 2-32,0 10 135,-1-12-116,1-1-1,0 1 0,-1-1 0,1 1 1,1-1-1,-1 0 0,1 0 0,-1 1 1,1-1-1,0 0 0,0 0 0,0 0 1,0-1-1,1 1 0,-1 0 0,1-1 1,0 0-1,-1 1 0,1-1 0,0 0 1,0-1-1,1 1 0,-1 0 0,0-1 1,0 0-1,1 0 0,-1 0 1,1 0-1,-1 0 0,1-1 0,-1 1 1,1-1-1,0 0 0,-1 0 0,1-1 1,0 1-19,4 0 20,0 0 1,0 0-1,0-1 1,0 1 0,0-2-1,0 1 1,-1-1-1,1-1 1,-1 1 0,1-1-1,-1 0 1,0-1-1,0 0 1,0 0 0,-1 0-1,4-4-20,-7 5 25,0-1-1,0 1 0,0-1 1,-1 0-1,0 1 1,1-1-1,-1 0 1,-1-1-1,1 1 1,0 0-1,-1 0 0,0-1 1,0 1-1,-1-1 1,1 1-1,-1-1 1,0 1-1,0-1 0,0 1 1,-1-1-1,1 1 1,-1-1-1,0 1 1,-1-1-1,1 1 1,-1 0-1,1 0 0,-1 0 1,-1 0-1,1 0 1,-1 0-1,1 0 1,-1 1-1,0-1 0,0 1 1,0 0-1,-1 0 1,1 0-1,-1 1 1,0-1-1,0 1 1,0 0-1,0 0 0,0 0 1,0 0-1,-2 0-24,-116-41-2448,93 38-1238</inkml:trace>
  <inkml:trace contextRef="#ctx0" brushRef="#br0" timeOffset="8978.179">13513 1442 7618</inkml:trace>
  <inkml:trace contextRef="#ctx0" brushRef="#br0" timeOffset="9164.496">13513 1442 7618,'142'-62'1648,"-142"61"-1625,1 0 0,-1 0 0,1 0 0,-1 0 0,1 1 0,0-1 0,-1 0 0,1 0 0,0 1 0,0-1 0,-1 0 1,1 1-1,0-1 0,0 1 0,0-1 0,0 1 0,0-1 0,0 1 0,0-1 0,0 1 0,0 0 0,0 0 0,0 0 0,0-1 0,0 1 0,0 0 0,0 0 0,0 0 0,0 1 0,0-1 0,0 0 0,0 0 0,0 0 0,0 1 1,0-1-1,0 1 0,0-1 0,0 1 0,0-1 0,-1 1 0,1-1 0,0 1 0,0 0 0,0-1 0,-1 1 0,1 0 0,0 0 0,-1-1 0,1 1 0,-1 0 0,1 0 0,-1 0 0,1 0 0,-1 0 0,0 0 0,1 0 1,-1 0-1,0 0 0,0 0 0,0 0 0,0 0-23,1 4 218,34 87 1451,-26-64-1531,1 0-1,1-1 1,1-1 0,2 0-1,0 0 1,2-2 0,11 15-138,-24-38 36,1 0 0,-1 0-1,1-1 1,0 1 0,-1-1 0,1 0 0,-1 0-1,1 0 1,-1 0 0,1 0 0,0-1 0,-1 0-1,0 0 1,1 0 0,-1 0 0,1 0 0,-1-1-1,0 1 1,0-1 0,0 0 0,0 0 0,0 0 0,0-1-1,0 1 1,-1 0 0,1-1 0,-1 0 0,0 0-1,0 0 1,0 0 0,0 0 0,0 0 0,-1 0-1,1 0 1,-1-1 0,0 1 0,0-1 0,0-1-36,7-6-5,116-191-250,-125 209-3959,-9 11-651</inkml:trace>
  <inkml:trace contextRef="#ctx0" brushRef="#br0" timeOffset="9333.558">14295 1488 7818,'0'0'2568,"0"0"-1143,0 0-433,0 0-400,0 0-344,0 0 8,-39 152-48,33-98-56,6-6-104,0-8 8,0-5-56,18-25-560,3-10-1368,-1 0-3690</inkml:trace>
  <inkml:trace contextRef="#ctx0" brushRef="#br0" timeOffset="9495.338">14348 1253 8938,'0'0'1784,"0"0"-1072,0 0-431,0 0-281,0 0-97,0 0-1863,0 0-7042</inkml:trace>
  <inkml:trace contextRef="#ctx0" brushRef="#br0" timeOffset="9838.818">14601 1581 8146,'0'0'993,"0"0"-171,0 0 249,0 0-27,26 8-421,88 22-285,-106-28-342,0-1-1,0-1 1,0 1-1,0-1 1,0 0-1,0-1 1,0 0-1,0-1 0,0 1 1,0-1-1,-1-1 1,1 0-1,0 0 1,-1 0-1,0-1 0,0 0 1,0 0-1,0-1 1,-1 0-1,0 0 1,0 0-1,0-1 0,-1 0 1,1 0-1,-2 0 1,1-1-1,0 0 1,-1 0-1,-1 0 1,1 0-1,-1-1 0,0 1 1,-1-1-1,0 0 1,0 0-1,-1 0 1,1 0-1,-2 0 0,1 0 1,-1 0-1,-1 0 1,1 0-1,-1 0 1,-1 0-1,0-2 5,0 7-27,-1 0-1,0-1 1,0 1 0,0 0-1,0 0 1,0 1-1,-1-1 1,1 1 0,-1-1-1,0 1 1,0 0-1,1 0 1,-1 1 0,-1-1-1,1 1 1,0 0-1,0 0 1,0 0 0,-1 1-1,1 0 1,0-1-1,0 2 1,-1-1 0,1 0-1,0 1 1,0 0-1,-1 0 1,1 0 0,0 0-1,0 1 1,0-1-1,0 1 1,1 0 0,-1 0-1,0 1 1,1-1 0,-3 3 27,-6 2 135,1 0 0,0 1 1,0 1-1,0 0 0,2 0 1,-1 1-1,1 1 1,0-1-1,1 1 0,0 1 1,1-1-1,0 1 1,1 1-1,1-1 0,0 1 1,0 0-1,1 0 1,1 1-1,0-1 0,1 1 1,0-1-1,1 1 1,1 7-136,1-16 36,0 0 0,0 0 0,1 0 0,-1 0 0,1 0 1,1 0-1,-1-1 0,0 1 0,1-1 0,0 1 0,0-1 1,1 0-1,-1 0 0,1 0 0,0-1 0,-1 1 0,2-1 1,-1 0-1,0 0 0,1 0 0,-1-1 0,1 1 0,0-1 1,0-1-1,0 1 0,4 1-36,135 21-90,-67-21-1006,-12-2-2325</inkml:trace>
  <inkml:trace contextRef="#ctx0" brushRef="#br0" timeOffset="24078.511">12064 8308 2801,'0'0'5361,"0"0"-3737,0 0-968,0 0 288,-101 205 9,80-111-337,9 5-232,0 3-184,9-4-72,0-12-72,3-8-48,0-14-8,0-13-184,15-25-1416,3-10-1473,-3-16-5401</inkml:trace>
  <inkml:trace contextRef="#ctx0" brushRef="#br0" timeOffset="24332.582">11972 8906 5265,'0'0'2617,"0"0"-1281,0 0-872,80-168 168,-18 107 16,13 4-272,2 4-192,-3 16-88,-9 10-40,-14 19-56,-15 8 0,-19 0-536,-17 48-936,-9-5-688,-23-1-2905</inkml:trace>
  <inkml:trace contextRef="#ctx0" brushRef="#br0" timeOffset="24597.545">12019 8829 5721,'0'0'2105,"0"0"-1361,0 0 344,0 0 384,48 184-543,-10-135-385,10-7-240,2-2-144,4-10-72,-4-11-88,4-19-664,-10 0-1425,-14-30-4296</inkml:trace>
  <inkml:trace contextRef="#ctx0" brushRef="#br0" timeOffset="24859.723">12792 8481 6977,'0'0'1370,"0"0"-594,-28 15 7,-89 49-24,110-59-713,0 1-1,0 0 1,0 0 0,1 0-1,0 1 1,0-1-1,0 2 1,1-1 0,0 1-1,1-1 1,0 1 0,0 0-1,1 1 1,0-1 0,0 1-1,1-1 1,0 1-1,0 0 1,1 0 0,0 0-1,1 0 1,0 0 0,0 0-1,1-1 1,0 1 0,1 0-1,0 1-45,0 1 5,2 0 0,-1-1-1,1 1 1,1-1 0,0 0-1,0 0 1,1-1 0,0 1-1,1-1 1,0 0 0,0-1-1,1 0 1,0 0 0,0-1-1,1 0 1,7 5-5,74 84 84,-88-92-37,0-1-1,0 1 1,-1 0 0,1 0 0,-1 0-1,0 0 1,0 0 0,0 0 0,0 0-1,-1 1 1,0-1 0,0 0 0,0 0-1,0 0 1,-1 0 0,1 1 0,-1-1-1,0 0 1,0 0 0,-1 0 0,1 0-1,-1 0 1,0-1 0,0 1 0,0 0-1,-1-1 1,1 0 0,-1 1 0,0-1-1,0 0 1,0 0 0,0-1 0,0 1-1,-1-1 1,1 1 0,-1-1 0,1 0-1,-3 0-46,-153 53 810,157-54-827,0-1-1,0 1 1,0 0 0,0-1-1,-1 1 1,1-1 0,0 0 0,0 0-1,0 0 1,0 0 0,-1 0 0,1 0-1,0 0 1,0-1 0,0 1 0,0-1-1,0 0 1,0 1 0,0-1-1,0 0 1,0 0 0,0 0 0,0-1-1,1 1 1,-1 0 0,0-1 0,1 1-1,-1-1 1,1 1 0,-1-1 0,1 0-1,0 0 1,0 1 0,0-1-1,0 0 1,0 0 0,0 0 0,0 0-1,1 0 1,-1-1 0,1 1 0,0 0-1,-1 0 1,1 0 0,0 0 0,0-1-1,0 1 1,1 0 0,-1 0-1,0 0 1,1 0 0,-1 0 0,1 0-1,0 0 1,0 0 0,0 0 0,0-1 17,19-67-2058,16-4-1652</inkml:trace>
  <inkml:trace contextRef="#ctx0" brushRef="#br0" timeOffset="25133.962">13246 8423 8794,'0'0'1574,"0"0"-654,0 0 16,0 0-220,-23 24-388,-73 81-176,90-98-141,1 0 0,0 0-1,0 1 1,1-1 0,0 1-1,0 0 1,1 0 0,0 0 0,0 1-1,1-1 1,0 1 0,1-1-1,-1 7-10,-2 9 20,-2 7-4,2 1 0,0-1 0,2 0 0,2 1 0,1-1 0,1 1 0,2-1 0,3 12-16,-6-36-5,1 1-1,1-1 1,-1 0 0,1 0 0,1 0-1,-1 0 1,1 0 0,0-1 0,1 1-1,-1-1 1,1 0 0,1-1 0,-1 1-1,1-1 1,0 0 0,0 0 0,0-1-1,1 0 1,-1 0 0,1-1 0,0 1-1,0-1 1,0-1 0,1 1 0,-1-1-1,1-1 1,-1 1 0,1-1 0,0-1-1,-1 1 1,1-1 0,0-1 0,-1 0-1,1 0 1,0 0 0,-1-1 0,1 0-1,-1 0 1,0-1 0,0 0-1,0 0 1,0 0 0,0-1 0,-1 0-1,1-1 1,-1 0 0,0 1 0,-1-2-1,1 1 1,3-5 5,5-10 69,0 0-1,-2 0 1,0-1 0,-1-1-1,-2 0 1,0 0 0,-1-1-1,-1 0 1,-1-1 0,-1 1-1,-2-1 1,0 0 0,-1 0-1,-1 0 1,-2 0-1,0 0 1,-3-12-69,1 26 31,-1 0-1,0 0 0,0 1 1,-1-1-1,0 1 0,0 0 1,-1 0-1,0 1 1,-1-1-1,0 1 0,0 1 1,-1-1-1,0 2 0,0-1 1,-1 1-1,1 0 1,-1 0-1,-1 1 0,1 0 1,-1 1-1,0 0 1,0 1-1,-4-1-30,-122-3-2008,83 7-2116</inkml:trace>
  <inkml:trace contextRef="#ctx0" brushRef="#br0" timeOffset="25294.826">13166 8853 7298,'0'0'1392,"0"0"-552,0 0 888,0 0-271,169 102-513,-115-73-504,5-5-248,-6-3-136,1-2-56,2-19-232,-8 0-1576,-18 0-3810</inkml:trace>
  <inkml:trace contextRef="#ctx0" brushRef="#br0" timeOffset="26255.122">13992 8329 5233,'0'0'1374,"0"0"-138,0 27 130,-15 188 646,-2-122-1355,-35 331 1175,52-421-1813,-1 0 0,0 0 0,1 0 0,-1 0 0,1 0 0,0-1 0,0 1 1,0 0-1,0 0 0,0 0 0,1 0 0,0 0 0,-1 0 0,1 0 0,0-1 0,0 1 1,0 0-1,1-1 0,-1 1 0,1-1 0,-1 1 0,1-1 0,0 1 0,0-1 0,0 0 1,0 0-1,1 0 0,-1 0 0,0-1 0,1 1 0,-1-1 0,1 1 0,0-1 1,-1 0-1,1 0 0,0 0 0,0 0 0,0-1 0,2 1-19,18-1-94,0-1-1,-1-1 1,1-1-1,-1-1 1,1-2-1,-2 0 1,1-1 0,0-1-1,-1-1 1,-1 0-1,0-2 1,0-1-1,-1 0 1,0-1 0,-1-1-1,7-9 95,41-30-3974</inkml:trace>
  <inkml:trace contextRef="#ctx0" brushRef="#br0" timeOffset="26515.573">14574 8292 8002,'0'0'4185,"0"0"-3297,0 0-608,-42 173-32,30-82 96,6 14-192,3 1-32,3 4-48,0-11-64,0-13-8,6-20-96,18-26-704,0-23-1473,-3-17-3600</inkml:trace>
  <inkml:trace contextRef="#ctx0" brushRef="#br0" timeOffset="26781.945">14532 8377 6649,'0'0'2046,"0"0"-1002,0 0-716,0 0-65,0 0 212,35 6 418,116 26-62,-142-29-765,-1 0 0,1 1-1,-1 0 1,1 1 0,-1 0 0,-1 0-1,1 0 1,-1 1 0,0 0-1,0 1 1,-1-1 0,0 1-1,0 1 1,0-1 0,-1 1 0,0 0-1,2 6-65,2 0 93,5 12 43,-1 1 0,-2 0 0,0 1 0,-2 0 0,-1 1-1,-1 0 1,-1 0 0,-2 1 0,-1-1 0,-1 1 0,-2 0 0,-1 10-136,0-21 64,0 0 1,-1 0-1,-1 0 1,-1 0-1,-1-1 0,0 1 1,-2-1-1,0 0 1,0-1-1,-2 1 1,0-2-1,-1 1 0,-1-1 1,-1-1-1,0 0 1,0 0-1,-2-2 0,0 1 1,0-2-1,-4 2-64,17-13-22,0 1 0,0-1 0,-1 1-1,1-1 1,0 0 0,-1 0 0,1 0-1,-1 0 1,0 0 0,1 0 0,-1 0-1,0 0 1,0-1 0,1 1 0,-1-1-1,0 1 1,0-1 0,0 0 0,0 1-1,0-1 1,0 0 0,1 0 0,-1 0 0,0-1-1,0 1 1,0 0 0,0-1 0,0 1-1,1-1 1,-1 0 0,0 0 0,0 0-1,1 1 1,-1-1 0,1-1 0,-1 1-1,1 0 1,-1 0 0,1-1 0,-1 1 22,14-135-6540,7 64-753</inkml:trace>
  <inkml:trace contextRef="#ctx0" brushRef="#br0" timeOffset="27037.02">15299 8358 9738,'0'0'2249,"0"0"-1513,0 0-304,-24 137 232,12-52-128,0 17-128,6 16-56,0-1-72,3-2-128,3-13-104,0-19-40,0-25-8,15-23-488,6-32-848,-3-3-1601,-6-14-2776</inkml:trace>
  <inkml:trace contextRef="#ctx0" brushRef="#br0" timeOffset="27417.842">15349 8251 8466,'0'0'1125,"0"0"-564,0 0 100,31-12 163,103-40-238,-130 49-551,0 1 1,1-1-1,-1 1 0,1 0 1,0 0-1,0 1 1,0-1-1,0 1 1,0 0-1,0 1 1,0-1-1,0 1 1,0 0-1,0 0 1,0 1-1,0-1 1,0 1-1,0 0 0,0 1 1,0-1-1,0 1 1,0 0-1,-1 0 1,1 0-1,-1 1 1,0 0-1,1 0 1,-1 0-1,0 0 1,-1 0-1,1 1 1,-1 0-1,1 0 1,-1 0-1,0 0 0,-1 0 1,1 1-1,-1-1 1,0 1-1,0-1 1,0 1-1,0 2-35,0 4 121,0 1 0,-2-1 0,1 0-1,-1 1 1,-1-1 0,0 0 0,-1 1-1,0-1 1,0 0 0,-1 0 0,-1 0 0,0-1-1,0 1 1,-1-1 0,-1 0 0,-4 7-121,-107 126 693,116-141-704,1 0 1,-1 1-1,1-1 0,0 0 0,0 0 1,-1 0-1,2 0 0,-1 0 0,0 1 1,0-1-1,1 0 0,-1 0 0,1 0 0,-1 0 1,1 0-1,0 0 0,0 0 0,0 0 1,0 0-1,0 0 0,1-1 0,-1 1 1,0 0-1,1-1 0,-1 1 0,1-1 1,0 1-1,-1-1 0,1 0 0,0 0 1,0 0-1,0 0 0,0 0 0,0 0 1,0 0-1,0-1 0,0 1 0,0-1 0,0 1 1,1-1-1,-1 0 0,0 0 0,0 0 1,0 0-1,0 0 0,1-1 11,14 6-42,2 1 3,-14-5 40,1-1-1,-1 0 0,1 1 0,-1 0 1,1 0-1,-1 1 0,1 0 0,-1 0 1,0 0-1,0 0 0,0 1 1,0 0-1,-1 0 0,1 0 0,-1 0 1,1 1-1,-1 0 0,0 0 0,-1 0 1,1 0-1,-1 1 0,1-1 0,-2 1 1,1 0-1,0 0 0,-1 0 1,0 0-1,0 0 0,0 1 0,-1-1 1,0 1-1,0-1 0,0 1 0,-1-1 1,1 1-1,-1-1 0,-1 1 0,1 0 1,-1 1-1,-10 18 64,-1-1-1,-2 0 1,0-1 0,-1 0 0,-1-1 0,-1-1 0,-1 0 0,-1-1 0,-1-2 0,0 0 0,-4 1-64,4-1-10,12-9-42,0 0 0,-1-1 1,0 0-1,0-1 0,0 0 1,-1 0-1,-1-1 0,1 0 1,-1-1-1,0-1 0,0 1 1,0-2-1,-11 3 52,3-5-2007</inkml:trace>
  <inkml:trace contextRef="#ctx0" brushRef="#br0" timeOffset="89318.526">4768 3159 11763,'0'0'2248,"0"0"-1344,0 0-296,0 0-608,0 0-152,0 0-912,0 0-3497</inkml:trace>
  <inkml:trace contextRef="#ctx0" brushRef="#br0" timeOffset="108897.32">15893 9299 7434,'0'0'0,"0"0"-2353</inkml:trace>
  <inkml:trace contextRef="#ctx0" brushRef="#br0" timeOffset="109284.34">16359 7089 8834,'0'0'1504,"0"0"-992,0 0-376,0 0-136,-38-147-1056,46 98-1616</inkml:trace>
  <inkml:trace contextRef="#ctx0" brushRef="#br0" timeOffset="109456.618">15905 5800 7538,'0'0'1216,"0"0"-936,0 0-280,0 0 0,0 0-432,0 0-1265</inkml:trace>
  <inkml:trace contextRef="#ctx0" brushRef="#br0" timeOffset="109633.337">15423 4543 8282,'0'0'1280,"0"0"-848,0 0-272,0 0-80,0 0-80,0 0-952,0 0-2329</inkml:trace>
  <inkml:trace contextRef="#ctx0" brushRef="#br0" timeOffset="109793.25">15314 3405 7578,'0'0'1096,"0"0"-944,0 0-152,0 0-160,0 0-1464</inkml:trace>
  <inkml:trace contextRef="#ctx0" brushRef="#br0" timeOffset="109963.091">15925 3215 9794,'0'0'1456,"0"0"-1456,0 0-568,0 0 288,0 0 8,164-46-2616</inkml:trace>
  <inkml:trace contextRef="#ctx0" brushRef="#br0" timeOffset="110131.968">17414 3263 8002,'0'0'944,"0"0"-944,0 0-392,0 0-320,208 8-1289</inkml:trace>
  <inkml:trace contextRef="#ctx0" brushRef="#br0" timeOffset="112241.409">27127 6813 7378,'0'0'1231,"0"0"-161,0 0-216,0 0 102,0 0-85,10 3-335,155 34 503,2-7-1,102 3-1038,-216-27 68,496 45-847,356-21 779,-880-29-68,-1-1 0,0 0 1,0-2-1,0-1 0,0-1 1,0-1-1,-1-2 0,0 0 1,0-1-1,0-1 0,-1-1 1,13-9 67,-32 16 34,1 0 1,-1 0-1,0-1 1,0 0-1,-1 1 1,1-1-1,-1 0 1,0 0-1,0 0 1,0-1-1,0 1 1,-1 0-1,0-1 1,0 1-1,0-1 1,0 0-1,-1 1 1,1-1-1,-1 1 1,-1-1-1,1 0 1,0 1-1,-1-1 1,0 1-1,0-1 1,-1 1-1,1-1 1,-1 1-1,0 0 1,0 0 0,0 0-1,-1 0 1,1 0-1,-1 0 1,0 1-1,0-1 1,0 1-1,-1 0 1,1 0-1,-1 0 1,0 0-1,-1 0-34,-32-19 19,-2 2 0,-1 1 0,-1 3 0,0 0 0,0 3 0,-2 2 0,0 1 0,0 3 0,0 1 1,-1 2-1,-40 2-19,-375-8 125,-256 36-125,255-5 1591,447-21-1557,-26 2 57,53 12-892,30-1-816,8-2-944</inkml:trace>
  <inkml:trace contextRef="#ctx0" brushRef="#br0" timeOffset="112618.155">26949 6912 7378,'0'0'1700,"0"0"-932,0 0-197,0 0 344,0 0-163,0 26 64,26 375 1262,132 242-1206,-144-584-1289,-2 0 0,-4 1 0,-1-1 0,-3 56 417,-4-91-2900</inkml:trace>
  <inkml:trace contextRef="#ctx0" brushRef="#br0" timeOffset="112917.664">26911 8465 8010,'0'0'975,"0"0"10,32 12 469,374 118 1657,-239-93-2809,1-8 0,1-8 0,1-7 0,1-7 0,-1-8 0,158-21-302,-253 14 19,-1-2 0,-1-4-1,-1-3 1,0-3-1,-1-3 1,-1-3-1,-1-3 1,-2-4-1,30-20-18,-89 48-100,-1 0 1,0-1-1,0 0 0,-1 0 1,0 0-1,0-1 0,0 0 0,-1 0 1,0-1-1,0 1 0,-1-1 0,0 0 1,0 0-1,-1-1 0,0 1 0,0-1 1,-1 1-1,0-1 0,-1 0 1,0 0-1,0 0 0,-1 0 0,-1-6 100,2-34-3762</inkml:trace>
  <inkml:trace contextRef="#ctx0" brushRef="#br0" timeOffset="113203.166">29774 7417 6617,'0'0'3769,"0"0"-2159,0 0-867,0 0 228,0 0-26,0 23-195,-13 570 2272,12-585-2999,-3 51 70,2 0 1,2-1-1,3 1 1,3 0-1,2-1 1,4 8-94,12 98-2358,-24-135-348</inkml:trace>
  <inkml:trace contextRef="#ctx0" brushRef="#br0" timeOffset="70500.666">13216 9877 7009,'0'0'1438,"0"0"-430,0 0-174,0 0 181,0 0-118,-19-4-245,4 0-529,3 0-36,0 1-1,-1 0 1,1 0 0,-1 2-1,0-1 1,1 2 0,-1 0 0,0 0-1,1 1 1,-10 2-87,4 6 36,0 1 1,1 1-1,0 1 1,1 0-1,1 1 1,0 1-1,0 0 1,2 1-1,0 1 1,0 0-1,-3 7-36,6-10 26,1-1 0,0 2 0,1-1 0,0 1 0,1 1-1,1-1 1,0 1 0,1 0 0,0 1 0,1-1 0,1 1-1,1 0 1,0-1 0,1 1 0,0 0 0,2 0-26,0-10 0,0-1 0,0-1 1,1 1-1,-1 0 0,1 0 0,0 0 0,1-1 1,-1 1-1,1-1 0,0 0 0,0 0 1,0 0-1,1 0 0,-1 0 0,1-1 1,0 0-1,0 0 0,0 0 0,1 0 1,-1 0-1,1-1 0,-1 0 0,1 0 1,0 0-1,0 0 0,0-1 0,0 0 0,155 14-120,-112-19-329,-2-2 0,1-2 0,-1-2 0,0-2 0,30-12 449,58-33-3857</inkml:trace>
  <inkml:trace contextRef="#ctx0" brushRef="#br0" timeOffset="70777.372">13632 9615 10018,'0'0'1905,"0"0"-1257,0 0-272,0 0-48,-44 174-88,44-81-72,0 14-80,0 0-72,0-5 16,6-14-32,17-11-768,1-23-1345,0-27-3248</inkml:trace>
  <inkml:trace contextRef="#ctx0" brushRef="#br0" timeOffset="71079.732">13917 10072 5761,'0'0'4132,"0"0"-2880,0 0-1016,0 0-129,0 0 94,32 12 34,102 35-10,-127-45-226,0 0-1,0 0 0,0-1 1,1 0-1,-1-1 0,0 1 1,0-1-1,1-1 1,-1 1-1,0-1 0,0-1 1,0 1-1,0-1 0,0-1 1,0 1-1,-1-1 0,1 0 1,-1 0-1,1-1 0,-1 0 1,0 0-1,-1-1 1,4-3 1,-4 5-15,-3 1 9,1 1-1,-1-1 1,0 0-1,0 0 1,1 0-1,-2 0 1,1 0-1,0 0 1,0 0-1,-1-1 1,1 1-1,-1-1 0,0 1 1,1-1-1,-1 1 1,0-1-1,-1 0 1,1 1-1,0-1 1,-1 0-1,0 0 1,1 0-1,-1 0 1,0 1-1,-1-1 1,1 0-1,0 0 1,-1 0-1,0 1 1,1-1-1,-1 0 1,0 1-1,-1-1 0,1 0 1,0 1-1,-1-1 1,1 1-1,-1 0 1,0 0-1,0-1 1,1 1-1,-2 0 1,1 1-1,0-1 1,0 0-1,-1 1 1,1-1-1,0 1 1,-1-1-1,0 1 1,1 0-1,-1 0 1,0 1-1,1-1 1,-3 0 6,-5-3 87,-1 1 0,1 1 0,0-1 0,-1 2 0,1-1 0,-1 1 0,0 1 0,0 0 1,1 1-1,-1-1 0,1 2 0,-1 0 0,1 0 0,-1 1 0,1 0 0,0 1 0,0 0 1,1 1-1,-1 0 0,1 0 0,0 1 0,0 0 0,1 1 0,0 0 0,-7 6-87,8-4 28,0-1 0,1 1 0,0 1 0,0-1 0,1 1 0,0 0 0,1 0-1,0 0 1,1 1 0,0-1 0,0 1 0,1 0 0,1 0 0,0 0 0,0 0-1,1 0 1,0 0 0,1 0 0,0 0 0,1 0 0,0 0 0,1 0 0,0-1 0,1 1-1,0-1 1,1 0 0,0 0 0,0-1 0,1 1 0,0-1 0,1 0 0,0-1 0,3 4-28,8-2-246,0-1 0,1-1 0,-1 0 0,2-1 0,-1-1 1,1-1-1,0-1 0,0 0 0,0-2 0,0 0 1,1-1-1,-1-1 0,0-1 0,0-1 0,1-1 1,17-5 245,53-13-4463</inkml:trace>
  <inkml:trace contextRef="#ctx0" brushRef="#br0" timeOffset="71422.666">14835 9949 8042,'0'0'1596,"0"0"-517,0 0 108,-29 4-163,-98 15-338,117-16-624,0 0 0,0 1 1,1 0-1,-1 1 1,1 0-1,0 0 0,0 1 1,1 0-1,0 0 1,0 1-1,0 0 0,1 1 1,0 0-1,0 0 1,1 0-1,0 1 0,1 0 1,-2 3-63,0-2 73,-2 3-31,1-1-1,0 1 1,1 1 0,0-1-1,1 1 1,0 0 0,2 0-1,-1 1 1,2 0 0,0-1 0,1 1-1,0 0 1,1 1 0,1-1-1,0 0-41,4-10-18,0 0 0,1 0-1,-1-1 1,1 1-1,0-1 1,0 0 0,0-1-1,1 1 1,-1-1-1,1 0 1,0 0 0,0-1-1,0 0 1,0 0-1,1 0 1,-1-1 0,0 0-1,1 0 1,-1 0-1,1-1 1,-1 0 0,1 0-1,-1-1 1,0 0-1,1 0 1,-1 0 0,0-1-1,1 0 1,2-2 18,17-4-122,0-2 1,-1-1-1,-1-1 0,0-1 1,0-1-1,-2-1 1,0-1-1,0-1 0,-2-1 1,9-10 121,-2 5-82,9 2 73,-34 38 317,-3 24-377,15 104 514,47-65-4635,-25-59-3298</inkml:trace>
  <inkml:trace contextRef="#ctx0" brushRef="#br0" timeOffset="71938.156">15325 9984 3441,'0'0'4111,"0"0"-1984,0 0-464,0 0-486,0 0-549,0 0-391,-2 14-97,-3 10-20,2 0 0,0 1-1,2 0 1,1-1 0,0 1 0,2 0-1,1-1 1,1 1 0,1 0-120,-3-23-2,0-1 1,0 0-1,0 1 1,0-1-1,-1 0 0,2 0 1,-1 0-1,0 0 1,0-1-1,0 1 1,0 0-1,0-1 0,1 0 1,-1 1-1,0-1 1,0 0-1,1 0 1,-1 0-1,0 0 1,0-1-1,1 1 0,-1-1 1,0 1-1,0-1 1,0 0-1,0 0 1,0 0-1,0 0 1,0 0-1,0 0 0,0-1 1,0 1-1,0 0 1,-1-1-1,1 0 1,-1 1-1,1-1 0,-1 0 1,0 0-1,1 0 1,0-2 1,7-4 31,3-7-21,1 2-1,0 0 1,1 1 0,1 0 0,-1 1-1,2 0 1,0 1 0,0 1 0,0 1-1,1 0 1,1 1 0,-1 1 0,1 1-1,0 0 1,12-1-10,-22 10-35,0-1 0,-1 1 0,0 0 0,0 0 1,0 1-1,0 0 0,-1 0 0,0 1 0,0 0 0,0 0 0,-1 0 0,0 1 0,0 0 0,-1 0 0,1 0 0,-2 0 0,1 1 1,-1-1-1,0 1 0,0 0 0,-1 0 0,0 0 0,-1 0 0,0 1 0,0-1 0,-1 0 0,0 0 0,0 3 35,4 11-952,3 8-4103</inkml:trace>
  <inkml:trace contextRef="#ctx0" brushRef="#br0" timeOffset="108714.629">14823 9888 2817,'0'0'0</inkml:trace>
  <inkml:trace contextRef="#ctx0" brushRef="#br0" timeOffset="114313.151">300 7965 728,'0'0'5725,"0"0"-3440,0 0-1214,0 0-10,0 0 185,-24 0-271,-72 3-438,79 13-254,32-2-197,1 0 1,1-2-1,0 0 0,0-1 0,1 0 1,1-1-1,0-2 0,0 0 1,0-1-1,8 2-86,73 22 69,2-5-1,1-3 1,1-6 0,65 2-69,-135-15 9,224 20-126,2-12-1,89-13 118,-310 0-161,1-1-1,0-2 1,-1-2-1,1-1 1,-1-3-1,-1 0 1,0-3-1,-1-1 1,0-2 0,-1-2-1,-1 0 1,-1-3-1,-1-1 1,4-5 161,-31 24 14,-1 0 1,1-1 0,-1 1-1,0-1 1,0 0-1,-1-1 1,1 1 0,-1-1-1,0 0 1,0 0 0,-1 0-1,1 0 1,-1-1-1,-1 0 1,1 1 0,-1-1-1,1 0 1,-2 0 0,1 0-1,-1-1 1,0 1-1,0 0 1,-1 0 0,1-1-1,-1 1 1,-1 0 0,1-1-1,-1 1 1,-1 0-1,1-2-14,-7 2 73,1-1 0,-1 1-1,0 0 1,-1 1-1,1 0 1,-1 0-1,0 1 1,0 0 0,-1 0-1,1 1 1,-1 1-1,-7-2-72,-43-9 160,-1 3-1,0 3 0,-1 2 0,1 3 1,-44 5-160,9-2 101,-239 14 546,-320 56-647,152-11 921,474-57-735,-11 1-488,66-13-1536,29-9-1566,-1-1-4303</inkml:trace>
  <inkml:trace contextRef="#ctx0" brushRef="#br0" timeOffset="114594.074">280 8030 9330,'0'0'1992,"0"0"-1319,0 0-473,0 0 232,-3 149 336,3 6-56,3 65-272,11 18-136,1-14-104,-3-55-48,-3-68-32,-3-34-112,0-14 56,9-4-64,3-1-8,11-6-200,-2-15-1184,-12-13-3337</inkml:trace>
  <inkml:trace contextRef="#ctx0" brushRef="#br0" timeOffset="114879.703">0 9577 9298,'0'0'1568,"0"0"-896,0 0-271,31 28 256,-26-24-628,19 17 91,0 0 0,2-2 0,0 0 1,1-2-1,1-1 0,0-1 0,1-2 0,1 0 1,0-2-1,17 3-120,105 15 168,0-7 1,2-7-1,0-6 0,0-7 0,72-11-168,-74-4 168,-2-6 0,-1-7 0,-1-7-1,74-28-167,-187 52 32,0-2-1,-1 0 0,0-3 0,-1 0 0,-1-3 1,0 0-1,-2-2 0,0-2 0,0 0 1,-2-2-1,-1-1 0,20-24-31,-44 45-55,-1 0 1,1-1-1,-1 0 0,0 0 1,0 0-1,-1 1 0,1-2 1,-1 1-1,0 0 0,0 0 1,0 0-1,0 0 0,-1-1 1,0 1-1,0 0 0,0-1 0,0 1 1,-1 0-1,1-1 0,-1 1 1,0 0-1,0 0 0,-1 0 1,0 0-1,1 0 0,-1 0 1,0 0-1,-1 1 0,-1-4 55,-29-26-2325</inkml:trace>
  <inkml:trace contextRef="#ctx0" brushRef="#br0" timeOffset="115153.326">2424 7949 10418,'0'0'2401,"0"0"-1769,0 0-224,0 286 496,30-61-184,20 24-32,19-9-71,-4-55-217,-11-68-128,-7-44-152,-8-15-112,2 6 80,-2 9-88,-33 28-360,-6-21-1417,-27-18-12002</inkml:trace>
  <inkml:trace contextRef="#ctx0" brushRef="#br0" timeOffset="74793.639">11833 8047 17713,'54'-159'212,"-28"95"-353,36 19-3063,-30 12-2110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1T07:19:26.288"/>
    </inkml:context>
    <inkml:brush xml:id="br0">
      <inkml:brushProperty name="width" value="0.1" units="cm"/>
      <inkml:brushProperty name="height" value="0.1" units="cm"/>
      <inkml:brushProperty name="color" value="#E71224"/>
    </inkml:brush>
    <inkml:brush xml:id="br1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1379 4198 2985,'0'0'662,"0"0"-24,0 0-245,0 0 250,0 0 179,10 0 5508,2-1-6155,104-74 98,224-143-79,61 28-122,31-27-48,-11-50 6,351-168 21,-275 161-3,-73 71-17,-258 149-26,-2-8 1,-3-7-1,35-27-5,-135 62 1,17-12-6,2 3 1,1 4-1,3 4 1,0 3 0,63-14 4,522-163 624,-157 65-163,-354 102-424,196-33-18,-258 62-12,-1-4 0,-1-4 1,48-20-8,-8 4 17,284-69-17</inkml:trace>
  <inkml:trace contextRef="#ctx0" brushRef="#br0" timeOffset="-16916.385">14800 610 6425,'0'0'1222,"0"0"-334,0 0-34,0 0 194,0 0-141,0 0-312,0 22-126,-44 635 1557,43-113-1607,4-557-2441,-3-13-1887</inkml:trace>
  <inkml:trace contextRef="#ctx0" brushRef="#br0" timeOffset="-16525.077">14455 1760 6689,'0'0'1430,"0"0"-536,0 0-137,0 0 143,0 0-188,0 0-377,13 3 13,69 14-91,0-4-1,1-3 1,0-4-1,13-4-256,61 6 164,712 45-16,-773-53-68,-91-14-1238,-17 4-2165</inkml:trace>
  <inkml:trace contextRef="#ctx0" brushRef="#br0" timeOffset="-15857.216">14574 476 7698,'0'0'1167,"0"0"-754,0 0-213,0 0 84,40 11 68,-4-2-272,241 38 344,400-46-238,-102-63-10,-573 62-169,0-1 0,0 1 1,0 0-1,0 0 1,0 0-1,1 0 1,-1 0-1,0 0 0,0 0 1,0 1-1,0-1 1,0 1-1,-1 0 0,1-1 1,0 1-1,0 0 1,0 0-1,0 0 0,-1 0 1,1 0-1,0 1 1,-1-1-1,1 0 0,-1 1 1,0-1-1,1 1 1,-1 0-1,0-1 1,0 1-1,0 0 0,0 0 1,0 0-1,-1 0 1,1 0-1,0-1 0,-1 1 1,0 0-1,1 0 1,-1 1-1,0-1 0,0 0 1,0 0-1,0 0 1,0 0-1,-1 0-7,43 401 464,-107 315 650,65-610-1373,0-64-2844,0-29-2433</inkml:trace>
  <inkml:trace contextRef="#ctx0" brushRef="#br0" timeOffset="-15482.5">15457 1877 2761,'0'0'2611,"0"0"-1168,0 0-639,0 0 320,0 0 43,25-2-181,162-13 285,376 14-482,-563 2-2022,0 6-1136</inkml:trace>
  <inkml:trace contextRef="#ctx0" brushRef="#br0" timeOffset="-14296.036">15959 1265 6585,'0'0'1353,"0"0"-977,0 0-208,127 152 152,-49-101 200,17-3-80,17-7-184,10-9-104,6-11-24,-9-5-120,9-5-8,-36-6-416,-33-2-1992</inkml:trace>
  <inkml:trace contextRef="#ctx0" brushRef="#br0" timeOffset="-13941.017">17506 1671 3897,'0'0'2175,"0"0"-1053,0 0-408,-31-1 173,-99-2-117,125 3-731,-1 0 0,1 1-1,0-1 1,0 1 0,-1 1 0,1-1 0,0 1 0,0 0 0,1 0 0,-1 0 0,0 0 0,1 1 0,-1 0 0,1 0 0,0 0-1,0 1 1,0 0 0,0-1 0,1 1 0,-1 0 0,1 1 0,0-1 0,1 1 0,-1-1 0,1 1 0,-1 0 0,2 0 0,-1 0-1,0 0 1,1 0 0,0 0 0,0 0 0,0 1 0,1 1-39,0-5 24,-3 5 8,0 0 1,1 0 0,0 0 0,0 1 0,1-1 0,0 0-1,0 1 1,1-1 0,0 1 0,0-1 0,1 0 0,0 1-1,0-1 1,0 0 0,1 0 0,1 0 0,-1 0-1,1 0 1,0 0 0,0 0 0,1-1 0,0 0 0,0 0-1,1 0 1,-1 0 0,1 0 0,1-1 0,-1 0 0,1 0-1,0-1 1,0 0 0,0 0 0,0 0 0,1 0-1,0-1 1,2 1-33,9 1-139,0-1 0,1-1-1,0 0 1,-1-1-1,1-1 1,0-1 0,0-1-1,0-1 1,0 0 0,-1-1-1,1-1 1,-1-1 0,0 0-1,12-7 140,38-19-2468</inkml:trace>
  <inkml:trace contextRef="#ctx0" brushRef="#br0" timeOffset="-13682.823">17753 1236 7538,'0'0'1840,"0"0"-1344,0 0-368,0 0 744,0 160-224,-3-72-391,-6 11 103,0 0-200,0-8-40,6-8 8,3-14-128,0-15 0,0-14-993,12-16-1471,-3-16-5122</inkml:trace>
  <inkml:trace contextRef="#ctx0" brushRef="#br0" timeOffset="-13281.315">17946 1813 7314,'0'0'1101,"0"0"-706,0 0-259,0 0 25,0 0 74,30 8-35,98 22-149,-124-28-64,0 0 0,0 0 0,0 0 0,0-1 0,0 1 0,1-1 1,-1 0-1,1 0 0,-1-1 0,1 1 0,-1-1 0,1 0 0,-1 0 0,1-1 0,-1 1 1,0-1-1,1 0 0,-1 0 0,0-1 0,1 1 0,-1-1 0,0 0 0,0 0 1,0 0-1,0-1 0,-1 1 0,1-1 0,-1 0 0,1 0 0,-1 0 0,0-1 0,0 1 1,-1-1-1,1 1 0,-1-1 0,1 0 0,-1 0 0,0 0 0,-1 0 0,1 0 1,-1-1-1,0 1 0,0-1 0,0 1 0,0 0 0,-1-1 0,0 1 0,0-1 0,0 1 1,-1-3 12,-3 3 23,-1 0 0,0 0 0,-1 0 0,1 0 0,-1 1 1,1-1-1,-1 2 0,0-1 0,0 1 0,0-1 0,0 2 1,-1-1-1,1 1 0,0 0 0,-1 0 0,1 1 0,-1-1 1,1 2-1,-1-1 0,1 1 0,-1 0 0,1 0 0,-1 0 1,-1 2-24,7-3 14,-8 2 71,0 1 0,1 0-1,-1 0 1,1 1 0,0 0 0,0 1-1,1-1 1,-1 2 0,1-1-1,0 1 1,0 0 0,1 0 0,0 1-1,0 0 1,0 0 0,1 0-1,0 1 1,0 0 0,1 0-1,0 0 1,1 0 0,0 1 0,0-1-1,0 1 1,1 0 0,1 0-1,0 0 1,0 0 0,0 0 0,1 0-1,1 0 1,-1 0 0,2 6-85,-1-11 1,0 1 1,0-1 0,0 1 0,1-1 0,-1 1-1,1-1 1,0 0 0,0 0 0,1 0 0,-1 0 0,1 0-1,0-1 1,0 1 0,0-1 0,0 0 0,1 0-1,-1 0 1,1 0 0,0-1 0,0 1 0,0-1-1,0 0 1,0 0 0,1 0 0,-1-1 0,0 1-1,1-1 1,-1 0 0,4 0-2,133 12-1767,-81-13-861,-8 0-2759</inkml:trace>
  <inkml:trace contextRef="#ctx0" brushRef="#br0" timeOffset="-12844.738">18576 1835 8146,'0'0'1265,"0"0"-486,0 0 63,0 0-43,0 0-261,0 0-248,-14 0-184,4-1-95,7 0-9,-1 1 0,1-1-1,-1 1 1,1 0 0,-1 0 0,0 0-1,1 0 1,-1 1 0,1 0 0,-1 0-1,1 0 1,-1 0 0,1 0 0,0 0-1,-1 1 1,1 0 0,0 0 0,0 0-1,0 0 1,0 0 0,1 0 0,-2 2-2,-7 8 27,0 0 1,2 1 0,-1 0 0,2 0-1,0 1 1,0 0 0,1 0 0,1 1-1,1 0 1,0 0 0,1 0-1,0 1 1,1-1 0,1 3-28,5-15-32,0-1 1,1 1 0,0-1-1,0 0 1,-1 0 0,1 0-1,0-1 1,0 1 0,1-1-1,-1 0 1,0 0 0,0-1-1,1 1 1,-1-1 0,0 0-1,0 0 1,1 0 0,-1-1-1,0 1 1,0-1 0,1 0-1,-1-1 1,0 1 0,0-1-1,0 1 1,3-3 31,4-3-55,0 0 1,-1-1-1,0 0 1,0-1-1,0 0 1,-1-1-1,-1 1 0,0-2 1,0 1-1,-1-1 1,0 0-1,-1-1 0,0-2 55,-4 96 1932,-2-76-2066,0 0 1,1 0-1,0 0 1,0 0 0,1 0-1,0 0 1,0 0 0,0-1-1,0 1 1,1-1 0,0 0-1,0 1 1,1-1 0,-1 0-1,1-1 1,0 1-1,0-1 1,1 0 0,-1 0-1,2 1 134,12 4-2900</inkml:trace>
  <inkml:trace contextRef="#ctx0" brushRef="#br0" timeOffset="-12459.87">18822 1821 7842,'0'0'1231,"0"0"-622,0 0 397,0 0 1,-1 29-367,-16 214 307,14-141-465,20-117-610,156-145-332,-172 159 462,0 0 1,0 1-1,0-1 0,0 0 1,0 0-1,0 0 0,0 1 1,1-1-1,-1 1 0,0-1 1,0 1-1,1-1 0,-1 1 0,0 0 1,1 0-1,-1-1 0,0 1 1,1 0-1,-1 0 0,0 0 1,1 1-1,-1-1 0,0 0 1,1 0-1,-1 1 0,0-1 0,0 1 1,1-1-1,-1 1 0,0-1 1,0 1-1,0 0 0,0 0 1,0-1-1,0 1 0,0 0 1,0 0-1,0 0 0,0 0 0,0 0 1,0 0-1,-1 1 0,1-1 1,-1 0-1,1 0 0,0 2-2,4 67 368,-5-53-327,0 127-1352,0-110-1411</inkml:trace>
  <inkml:trace contextRef="#ctx0" brushRef="#br0" timeOffset="-12001.115">19226 1998 3513,'0'0'4574,"0"0"-3152,0 0-1146,0 0 12,0 0 81,0 0-115,20 10-94,64 33-95,-80-41-77,0 0-1,0-1 1,0 1-1,0-1 1,0 0-1,0 0 1,1-1-1,-1 1 1,0-1 0,0 0-1,1 0 1,-1 0-1,0-1 1,0 1-1,1-1 1,-1 0-1,0-1 1,0 1 0,0 0-1,0-1 1,0 0-1,-1 0 1,1 0-1,-1-1 1,1 1-1,-1-1 1,0 0-1,1 0 1,-2 0 0,1 0-1,0 0 1,-1-1-1,1 1 1,-1-1-1,0 0 1,0 0-1,0 0 1,-1 0 0,1 0-1,-1 0 1,0 0-1,0 0 1,-1 0-1,1-1 1,-1 1-1,0 0 1,0 0 0,0-1-1,-1 1 1,0 0-1,1 0 1,-1 0-1,-1 0 1,1-1-1,-1 2 1,1-1 0,-2-1 12,1 2 26,0 0 0,-1 0 0,1 0 1,-1 0-1,0 0 0,0 1 1,0 0-1,0-1 0,0 1 1,-1 0-1,1 0 0,0 1 0,-1-1 1,0 1-1,1 0 0,-1 0 1,0 0-1,0 0 0,1 1 1,-1-1-1,0 1 0,0 0 0,0 0 1,0 1-1,0-1 0,1 1 1,-1 0-1,0 0 0,0 0 1,1 0-1,-1 1 0,1-1 0,-1 1 1,1 0-1,0 0 0,-2 1-26,-4 8 150,0-1 0,2 1 0,-1 1 0,1-1 0,1 1 0,0 0 0,1 1 0,0-1 0,1 1 0,0 0 0,1 0 0,1 1 0,0-1 0,1 1 0,0-1 0,1 1 0,1 9-150,0-18-45,1 0 0,0 0-1,1 0 1,-1 0-1,1-1 1,0 1 0,0-1-1,0 0 1,0 1 0,1-2-1,0 1 1,-1 0 0,2-1-1,-1 0 1,0 0 0,1 0-1,-1 0 1,1-1-1,0 1 1,0-1 0,0-1-1,0 1 1,0-1 0,0 1-1,0-1 1,0-1 0,1 1-1,-1-1 1,0 0-1,1 0 1,-1-1 0,0 1-1,0-1 1,1-1 0,-1 1-1,0-1 1,1 0 45,19 2-1197,31 0-3211</inkml:trace>
  <inkml:trace contextRef="#ctx0" brushRef="#br0" timeOffset="-11562.995">19755 1843 8010,'0'0'1137,"0"0"-290,0 0-7,0 0-144,0 0-335,-25 27-188,-75 91-98,97-114-71,0 0 1,0 0 0,0 0 0,0 0 0,1 0 0,-1 1-1,1-1 1,0 1 0,1-1 0,-1 1 0,1 0 0,0 0-1,0 0 1,0-1 0,1 1 0,0 0 0,0 0 0,0 0-1,0 2-4,1 11 18,-2-14-16,0 1 0,-1-1 0,2 1 0,-1-1 0,0 1 0,1-1 0,0 1 0,0 0 0,0-1 0,1 1 0,-1-1 0,1 1 0,0-1 0,0 1 0,1-1 0,-1 0 1,1 1-1,0-1 0,0 0 0,1 0 0,-1 0 0,1 0 0,0-1 0,0 1 0,0-1 0,0 0 0,1 0 0,-1 0 0,1 0 0,0 0 0,0-1 0,0 0 0,0 0 0,0 0 0,0 0 0,1 0 0,-1-1 0,1 0 0,-1 0 0,3 0-2,0-3 8,0-1-1,0 0 0,0 0 1,-1 0-1,1-1 0,-1 0 1,0 0-1,0-1 0,0 0 1,0 0-1,-1 0 0,0-1 0,0 1 1,-1-1-1,1-1 0,-1 1 1,0 0-1,-1-1 0,0 0 1,0 0-1,2-6-7,-1 4 6,19-32-205,-3-1 0,-1-1 0,-3-1 0,-1-1 0,-2 0 0,-2 0 0,-2-1-1,-3-1 1,-1 1 0,-2-8 199,-2 53 35,-1-1 1,1 1-1,-1-1 0,0 0 0,1 0 1,-1 1-1,0-1 0,0 0 0,0 1 1,0-1-1,-1 0 0,1 0 0,0 1 1,-1-1-1,1 0 0,-1 1 0,1-1 0,-1 1 1,0-1-1,0 1 0,0-1 0,0 1 1,0-1-1,0 1 0,0 0 0,0-1 1,-1 1-1,1 0 0,0 0 0,-1 0 1,1 0-1,-1 0 0,1 0 0,-1 1 1,1-1-1,-1 0 0,0 1 0,1-1 0,-1 1 1,0 0-1,1 0 0,-1-1 0,0 1 1,0 0-1,1 0 0,-1 1 0,0-1 1,1 0-1,-1 0 0,0 1 0,1-1 1,-1 1-1,0 0 0,1-1 0,-1 1 0,1 0 1,-1 0-1,1 0 0,0 0 0,-1 0 1,1 0-1,0 0 0,0 1 0,-1-1-35,-7 13 111,1 0 0,0 0 0,1 1 0,0 0 0,1 0 0,1 0 0,1 1 0,0 0 0,1 0 0,0 0-1,2 0 1,-1 7-111,-3 33 195,3 1 0,2 0 0,2 0 0,3-1 0,2 1-1,3-1 1,2-1 0,3 0 0,16 39-195,61 168-2590,-65-162-4161</inkml:trace>
  <inkml:trace contextRef="#ctx0" brushRef="#br0" timeOffset="3197.246">14586 5941 3409,'0'0'1348,"0"0"-280,0 0 27,0 0-3,0 0-279,0 0-380,1 0 1691,20 0-1768,116-25 994,-89-3-1259,0-2 0,-2-3 1,-1-1-1,-2-2 0,-1-2 0,20-26-91,-35 36 93,-1-1 0,-1 0 0,-2-2 1,-1-1-1,-1-1 0,-2 0 0,8-23-93,-10 7 277,-3-2 0,-2 0 1,-3 0-1,4-51-277,12-65 189,6-28 163,-8-2 1,-8 0-1,-10-123-352,30-108 144,12 37-54,-43-90 254,-31-186 0,22 258-256,1 35-79,4 374-2,0 0 1,0 0 0,0 0 0,12-94 9,-12 12 38,0 81-47,0 1 1,0 0 4,0 0 9,0 0 44,0 0 9,-22 23 35,-15 26-100,2 2 1,2 1 0,2 1-1,3 2 1,2 1 0,-4 19-11,36-183-47,9 30 51,3 2 1,4 0-1,3 1 0,12-21-4,-35 95-2,-1 0-1,0 1 1,1-1-1,-1 1 0,0-1 1,1 1-1,-1-1 1,1 1-1,-1 0 1,1-1-1,-1 1 1,0 0-1,1 0 1,-1 0-1,1 0 0,-1 1 1,1-1-1,-1 0 1,1 1-1,-1-1 1,1 1-1,-1-1 1,0 1-1,1-1 1,-1 1-1,0 0 0,0 0 1,1 0-1,-1 0 1,0 0-1,0 0 1,0 0-1,0 0 1,0 0-1,-1 0 1,1 1-1,0-1 0,0 0 1,-1 1-1,1-1 1,-1 0-1,1 1 1,-1-1-1,1 1 1,-1-1-1,0 1 1,0-1-1,0 1 1,0-1-1,0 0 0,0 1 1,0-1-1,0 1 1,-1-1-1,1 1 1,-1 0 2,8 12-2,43 84 35,4-3 0,5-2 0,58 70-33,-111-165 1720,-20-28-3569,-1 7-651</inkml:trace>
  <inkml:trace contextRef="#ctx0" brushRef="#br0" timeOffset="8664.735">15587 1008 7418,'0'0'1054,"0"0"-501,0 0-280,0 0 122,0 0 188,-5 1-66,-17 1-217,17-2-85,163-51 2233,284-36-2194,65-79 116,-242 125-76,-16-5 78,1 11 0,1 11 0,232 9-372,330 10 692,-168 64-122,413 114-505,-573-77-50,67 22-23,-33 16 24,-126-14 16,-246-87-38,-1 6 1,-2 7 0,56 29 5,114 109-24,57 5 57,-198-100-33,131 87-11,-271-150 13,1-2-1,2-1 1,0-1 0,1-2-1,1-2 1,31 10-2,294 109 9,106 57-2,-344-136-7,-46-23-1,-2 3 1,-1 3 0,-2 4-1,21 19 1,204 171 68,-103-82-40,-184-98-2123,-15-51-1498</inkml:trace>
  <inkml:trace contextRef="#ctx0" brushRef="#br0" timeOffset="-415819.386">11420 7203 5113,'0'0'2346,"0"0"-656,0 0-666,0 0 83,0 0-12,-6 0-307,-16 0-345,19 19 401,14-7-731,1 0 1,0-1 0,1 0-1,0-1 1,0 0-1,1-1 1,0-1 0,1 0-1,10 4-113,-8-3-2,90 41 110,3-5 0,1-5 0,46 8-108,-104-36 17,0-2 1,0-2-1,0-3 0,1-2 1,-1-3-1,1-2 0,40-7-17,99-15 49,-1-10 0,83-29-49,56 3 33,-266 35 18,-1-2-1,-1-3 1,-1-3-1,47-34-50,78-41 592,-240 119-599,-16 16-3418,-18 11-9087</inkml:trace>
  <inkml:trace contextRef="#ctx0" brushRef="#br0" timeOffset="-348943.098">19036 7836 1432,'0'0'1946,"0"0"-734,0 0-6,5-24 210,17-152 930,-24 174-2257,0 0-1,0 0 1,0 0-1,0 0 1,-1 0-1,1 0 1,-1 1-1,1-1 1,-1 1-1,1 0 1,-1 0 0,0 0-1,0 0 1,1 0-1,-1 1 1,0-1-1,0 1 1,0 0-1,0 0 1,1 0-1,-1 0 1,0 0 0,0 1-1,0-1 1,0 1-1,1 0 1,-1-1-1,0 2 1,0-1-1,1 0 1,-1 0-1,1 1 1,-1 0-89,-7 4 20,0 1-1,0 1 1,1 0 0,0 0 0,1 0-1,0 1 1,0 0 0,1 1-1,0 0 1,1 0 0,0 1-1,1-1 1,0 1 0,0 0 0,1 1-1,1-1 1,0 1 0,0-1-1,1 1 1,1 0 0,0 0-1,0 10-19,3-6-4,0 1 0,1-1 0,1 1 0,1-1 0,0 0 0,1 0-1,0-1 1,2 0 0,-1 0 0,2 0 0,0-1 0,1 0 0,9 9 4,-9-12 31,-1 1-1,0-1 1,-1 2 0,0-1 0,-1 1 0,0 0 0,-1 0 0,-1 1 0,0 0 0,-1 0 0,0 0 0,-1 0 0,-1 1 0,0-1-1,-1 1 1,0 0 0,-1-1 0,-1 2-31,-3-9 57,0-1 1,0 1-1,0-1 0,0 0 0,-1 0 1,0-1-1,-1 1 0,1-1 0,-1 0 1,0 0-1,0-1 0,0 0 1,-1 0-1,0-1 0,1 1 0,-1-1 1,0-1-1,-1 0 0,1 0 0,0 0 1,-1 0-1,1-1 0,-1-1 0,1 1 1,-1-1-1,1-1 0,-1 1 0,1-1 1,-1 0-58,5 1-17,0 0 0,0 1 0,0-1 0,0 0 1,0 0-1,0-1 0,0 1 0,0-1 0,1 1 1,-1-1-1,0 0 0,0 0 0,1 0 0,-1 0 1,0-1-1,1 1 0,0-1 0,-1 1 0,1-1 1,0 0-1,-1 0 0,1 0 0,0 0 0,1-1 1,-1 1-1,0 0 0,1-1 0,-1 1 0,1-1 1,0 1-1,0-1 0,0 0 0,0 0 0,0 0 1,0 1-1,1-1 0,-1-3 17,2-113-4061,14 64-2164</inkml:trace>
  <inkml:trace contextRef="#ctx0" brushRef="#br0" timeOffset="-348619.837">19485 7639 6737,'0'0'1609,"0"0"-753,0 0 384,0 0 73,0 0-705,0 0-392,-21 160-72,15-83-8,0 12 8,3 2-8,3-3-96,0-5 16,0-11-32,0-13-24,0-6-416,0-21-1177,0-10-2455</inkml:trace>
  <inkml:trace contextRef="#ctx0" brushRef="#br0" timeOffset="-348438.103">19268 8072 9498,'0'0'1472,"0"0"-1320,0 0 288,0 0-47,181-35-185,-104 21-184,24-7-24,-18 8-1169,-20-3-3296</inkml:trace>
  <inkml:trace contextRef="#ctx0" brushRef="#br0" timeOffset="-348093.88">19690 7989 8370,'0'0'1695,"0"0"-704,0 0-343,0 0-333,0 0-213,0 0 13,9 17-15,-6-12-92,8 13 11,-1 1-1,-1 0 0,-1 0 0,0 1 0,-2 0 0,0 0 1,-1 1-1,-1 0 0,-1 2-18,-2-17-12,0-2 40,0 0-1,0 0 0,0-1 0,-1 1 1,1 0-1,-1 0 0,0 0 1,0 0-1,0 0 0,-1 0 0,1 0 1,-1 0-1,0-1 0,0 1 1,0 0-1,-1 0 0,1-1 0,-1 1 1,0-1-1,0 0 0,0 1 1,-1-1-1,1 0 0,-1 0 1,1 0-1,-1-1 0,0 1 0,0-1 1,0 1-1,-1-1 0,1 0 1,-1 0-28,0-28 290,7 8-363,1 0 0,1 0 0,0 1-1,1 0 1,1 0 0,1 0 0,0 1-1,1 0 1,1 1 0,0 0 0,1 0 0,1 1-1,0 1 1,0 0 0,2 0 0,0 2-1,0-1 1,1 2 0,0 0 0,1 1-1,0 0 1,6-1 73,18-10-2823</inkml:trace>
  <inkml:trace contextRef="#ctx0" brushRef="#br0" timeOffset="-347758.647">20150 8061 7194,'0'0'1472,"0"0"-729,0 0-245,0 0 124,0 0 73,0 0-108,23 8-243,74 23-199,-93-30-150,0 1-1,1-2 1,-1 1-1,0 0 1,0-1-1,0 0 1,1 0 0,-1 0-1,0 0 1,0-1-1,0 1 1,0-1 0,1 0-1,-1 0 1,0-1-1,0 1 1,-1-1-1,1 0 1,0 0 0,-1-1-1,1 1 1,-1 0-1,0-1 1,1 0-1,-1 0 1,-1 0 0,1 0-1,0-1 1,-1 1-1,1-1 1,-1 1 0,0-1-1,-1 0 1,1 0-1,0 0 1,-1 0-1,0 0 1,0 0 0,0 0-1,-1 0 1,1 0-1,-1-1 1,0 1-1,0 0 1,-1 0 0,1-1-1,-1 1 6,-5-1 4,1 1 0,-1 1-1,-1-1 1,1 1 0,0 0 0,-1 1-1,0-1 1,1 1 0,-1 1-1,0-1 1,0 1 0,0 0-1,0 1 1,0 0 0,0 0 0,0 0-1,0 1 1,0 0 0,-3 1-4,9-2 1,-8 1 38,-1 1 0,1 0 1,0 0-1,0 1 0,1 0 0,-1 0 0,0 1 0,1 0 0,0 1 0,0 0 0,0 0 1,1 1-1,0-1 0,0 2 0,0-1 0,0 1 0,1 0 0,1 0 0,-1 1 0,1 0 0,0 0 1,1 0-1,0 0 0,0 1 0,1 0 0,0 0 0,0 0 0,1 0 0,0 0 0,1 0 1,0 0-1,1 1 0,0-1 0,0 7-39,1-10-1,0-1 1,0 0-1,0 0 0,1 1 1,0-1-1,0 0 1,0-1-1,0 1 0,1 0 1,0-1-1,0 1 1,0-1-1,0 0 1,1 0-1,0 0 0,0 0 1,0-1-1,0 0 1,0 1-1,1-1 0,-1-1 1,1 1-1,0-1 1,0 0-1,0 0 0,0 0 1,0-1-1,4 1 1,149 13-1565,-92-28-693,-11-9-1636</inkml:trace>
  <inkml:trace contextRef="#ctx0" brushRef="#br0" timeOffset="-347017.164">20688 7954 4993,'0'0'1344,"0"0"473,0 0 19,0 0-336,0 0-373,0 0-448,-19 5-360,-58 20-146,70-21-151,1 0 1,0 0-1,0 0 0,0 1 0,0 0 0,1 0 0,0 1 1,0 0-1,1-1 0,-1 2 0,1-1 0,0 0 0,1 1 0,0 0 1,-2 6-23,-9 13 149,7-16-119,1 0 0,0 0 0,1 1 0,0 0-1,1 0 1,0 0 0,0 0 0,2 1 0,-1-1 0,1 1 0,1 0 0,0 0 0,1 4-30,63-9-163,-42-18 34,0-1 0,-1-1 0,-1-1 0,0-1 0,-1 0 0,0-1 0,-1-1 0,-1-1 0,13-18 129,-13 17-156,56-76 21,-71 94 191,-1 1 49,9 42 748,-8-31-796,13 58 260,-14-68-314,1 0 0,-1 1 1,1-1-1,0 0 1,-1 0-1,1 0 1,0 0-1,0 0 0,0 0 1,0 0-1,-1 0 1,1-1-1,0 1 1,1 0-1,-1 0 0,0-1 1,0 1-1,0-1 1,0 1-1,0-1 1,1 1-1,-1-1 0,0 0 1,0 1-1,1-1 1,-1 0-1,0 0 1,1 0-1,-1 0 0,0 0 1,0-1-1,1 1 1,-1 0-1,0 0 1,0-1-1,0 1 1,1-1-1,-1 1 0,0-1 1,0 0-1,0 1 1,0-1-1,0 0 1,0 0-1,0 1 0,0-1 1,0 0-1,0 0 1,-1 0-1,2-1-3,42-54-56,-41 49 46,1 1 1,0-1-1,0 1 1,0 0-1,1 0 1,0 1-1,0-1 1,1 1-1,-1 0 1,1 1-1,0-1 1,1 1-1,-1 0 1,7-2 9,-10 7 0,0 1 0,0 0 1,0 0-1,0 0 0,0 0 1,0 0-1,-1 0 0,1 1 1,-1-1-1,0 1 0,0 0 1,0 0-1,0 0 0,0 0 0,-1 0 1,1 0-1,-1 0 0,0 0 1,0 1-1,0-1 0,0 0 1,0 1-1,-1-1 0,0 1 1,1-1-1,-1 1 0,-1-1 1,1 1-1,0-1 0,-1 1 0,0-1 1,0 1-1,2 12 15,23 89 72,-20-105-92,0 1 1,-1-1 0,1 0-1,0 0 1,-1-1-1,1 1 1,0-1-1,-1 1 1,1-1 0,-1-1-1,1 1 1,-1 0-1,0-1 1,1 1 0,-1-1-1,0 0 1,0 0-1,0-1 1,0 1-1,-1 0 1,1-1 0,-1 0-1,1 0 1,-1 1-1,0-1 1,0-1 0,0 1-1,0 0 1,-1 0-1,1-1 1,-1-1 4,4-1-34,10-15-33,-7 9 22,0-1 1,1 2-1,0-1 1,1 1-1,0 1 1,0 0-1,1 0 1,1 1-1,-1 1 1,12-7 44,-20 14-1,0 0 0,0 0-1,0 0 1,0 0 0,0 0 0,0 1-1,0-1 1,0 1 0,1 0 0,-1 0 0,0 0-1,0 0 1,0 1 0,0-1 0,0 1 0,0 0-1,0 0 1,0 0 0,0 0 0,0 1-1,0-1 1,0 1 0,-1 0 0,1-1 0,-1 1-1,1 0 1,-1 1 0,0-1 0,0 0 0,0 1-1,0-1 1,0 1 0,1 1 1,18 203-596,-15-183-1953</inkml:trace>
  <inkml:trace contextRef="#ctx0" brushRef="#br0" timeOffset="-354804.885">16484 7954 1280,'0'0'844,"0"0"-303,0 0 88,0 0 198,0 0-70,0 0-86,5-3 447,-3 1-973,0 1 0,0-1 0,-1 0 0,1 0 0,0 0 0,-1 0 0,1 0 0,-1 0 0,0 0 0,0-1 0,0 1 0,0 0 0,0-1 0,0 1 0,-1-1 0,1 1 0,-1-1 0,1 1 1,-1-1-1,0 1 0,0-1 0,0 1 0,-1-1 0,1 1 0,0-1 0,-1 1 0,0-1 0,1 1 0,-1-1 0,0 1 0,0 0 0,-1 0 0,1-1 0,0 1 0,-1 0 0,1 0 0,-3-1-145,-5 0 45,-1 0-1,0 1 0,0 1 1,0 0-1,0 0 0,0 1 1,0 0-1,0 0 1,0 1-1,0 1 0,0 0 1,1 0-1,-1 1 0,1 0 1,-1 1-1,1 0 0,0 0 1,0 1-1,1 0 1,-1 1-1,1-1 0,0 2 1,1-1-1,-1 1 0,1 0 1,1 1-1,-1 0 0,1 0 1,1 0-1,-4 6-44,-8 5 45,1 0-1,0 2 1,2-1-1,0 2 1,1 0-1,2 1 1,0 0-1,1 0 1,1 1-1,2 0 1,0 1 0,1 0-1,2 0 1,1 0-1,0 0 1,2 1-1,1-1 1,3 21-45,-1-38 2,1 1 1,0-1-1,0 0 1,1 0-1,0-1 1,0 1-1,1-1 1,0 0-1,1 0 1,-1 0-1,1-1 1,0 0-1,1 0 1,-1 0-1,1-1 1,1 0-1,-1 0 1,0-1-1,1 0 1,0 0-1,0-1 1,0 0-1,1 0 1,0-1-3,13 4-33,0-1 0,1 0 0,-1-2 0,1-1 0,0-1 0,0-1 0,0 0 0,9-3 33,83-23-1021,-16-10-1078</inkml:trace>
  <inkml:trace contextRef="#ctx0" brushRef="#br0" timeOffset="-351402.491">16689 8109 6001,'0'0'1294,"0"0"-158,0 0-28,0 0 170,0 0-546,-4-2-478,4 2-247,0 0 1,-1 1-1,1-1 1,0 0-1,0 0 1,0 1 0,-1-1-1,1 0 1,0 0-1,0 0 1,0 1-1,-1-1 1,1 0 0,0 0-1,-1 0 1,1 0-8,35 35 183,-19-7-40,-1 0 1,-2 2 0,0 0 0,-3 0 0,0 1 0,-2 0 0,-1 1 0,-2 0 0,-1 0 0,0 8-144,-2-65-41,2 0 1,0 0-1,2 1 1,1 0-1,1 0 1,1 0 0,1 1-1,1 0 1,1 1-1,1 1 1,0 0 0,2 0-1,3-1 41,-17 20 0,0 0-1,1 0 0,-1 0 1,1 0-1,-1 0 1,1 0-1,0 1 0,0-1 1,-1 1-1,1-1 1,1 1-1,-1 0 1,0 0-1,0-1 0,0 2 1,1-1-1,-1 0 1,0 0-1,1 1 0,-1-1 1,0 1-1,1 0 1,-1-1-1,1 1 0,-1 1 1,1-1-1,-1 0 1,1 0-1,-1 1 1,0-1-1,1 1 0,-1 0 1,0 0-1,0 0 1,1 0-1,-1 0 0,0 1 1,0-1-1,0 0 1,0 1-1,0 0 1,-1-1-1,1 1 0,0 0 1,-1 0-1,1 0 1,-1 0-1,0 0 0,0 0 1,0 0-1,0 1 1,0-1-1,0 0 1,0 1-1,-1-1 0,1 0 1,-1 3 0,3 4-2,0 0 1,0 0 0,1 0 0,0-1-1,0 0 1,1 0 0,0 0 0,1 0-1,0-1 1,0 0 0,0 0-1,1 0 1,0-1 0,1 0 0,-1 0-1,1-1 1,0 0 0,0 0-1,1-1 1,-1 0 0,1-1 0,0 0-1,0 0 1,0-1 0,2 1 1,-4-8-60,-1 0 0,0-1 0,0 1 0,0-1-1,-1 0 1,0-1 0,0 1 0,-1-1 0,0 0 0,0 0 0,0 0 0,-1 0 0,0-1 0,-1 0 0,1 1 0,-1-1 0,-1 0 0,0 0 0,0 0-1,0 0 1,-1 0 0,0-1 0,-1 1 0,0 0 0,0 0 0,-1 0 60,1 4 26,0 0-1,-1-1 1,0 1-1,0 0 1,0 0-1,0 1 1,-1-1-1,1 0 1,-1 1-1,0 0 1,0-1-1,0 1 1,-1 0-1,1 1 1,-1-1-1,0 0 1,1 1-1,-1 0 1,0 0 0,0 0-1,-1 1 1,1-1-1,0 1 1,0 0-1,-1 0 1,1 0-1,-1 1 1,1 0-1,0-1 1,-1 2-1,1-1 1,-1 0-1,1 1 1,-1 0-1,1 0 1,0 0-1,0 1 1,-1-1-1,1 1 1,0 0-1,0 0 1,1 0-1,-1 1 1,-2 1-26,-3 3 52,1 1-1,-1 0 1,1 0 0,0 1 0,1 0-1,0 0 1,1 0 0,0 1-1,0 0 1,1 1 0,0-1 0,1 1-1,0 0 1,1 0 0,0 0 0,1 0-1,0 1 1,0-1 0,2 1-1,-1-1 1,1 1 0,1 0 0,0 0-52,0-6 4,0 0 1,0 0-1,1-1 0,0 1 1,0-1-1,0 1 1,1-1-1,-1 0 1,1 1-1,0-2 1,1 1-1,-1 0 1,1-1-1,0 1 1,0-1-1,1 0 0,-1 0 1,1-1-1,0 1 1,0-1-1,0 0 1,0 0-1,0-1 1,1 0-1,-1 0 1,1 0-1,5 1-4,157 7-790,-76-36-949,-10-10-2028</inkml:trace>
  <inkml:trace contextRef="#ctx0" brushRef="#br0" timeOffset="-351119.123">17539 7590 7482,'0'0'1752,"0"0"-328,0 0-512,0 0-375,0 0-209,-9 185-104,9-89-80,0 16-56,0 1-24,3-9 8,12-5-72,0-14-32,5-20-48,1-25-880,-6-22-873,-6-18-2648</inkml:trace>
  <inkml:trace contextRef="#ctx0" brushRef="#br0" timeOffset="-350861.485">17456 7900 8090,'0'0'2344,"0"0"-1336,0 0-768,0 0-119,0 0 31,0 0-48,246 25-104,-151-25-665,-14-19-1479</inkml:trace>
  <inkml:trace contextRef="#ctx0" brushRef="#br0" timeOffset="-350534.778">17774 8205 6425,'0'0'830,"0"0"-409,0 0 5,0 0 119,28 12-170,94 34-211,-118-44-164,0 0 1,-1 0-1,1 0 0,0 0 1,0-1-1,1 0 0,-1 0 1,0 0-1,0 0 1,1-1-1,-1 0 0,0 0 1,0 0-1,1 0 0,-1 0 1,0-1-1,0 0 0,1 0 1,-1 0-1,0-1 0,0 1 1,0-1-1,0 0 1,-1 0-1,1 0 0,0-1 1,-1 1-1,0-1 0,1 0 1,-1 0-1,0 0 0,0 0 1,-1 0-1,1-1 0,-1 1 1,0-1-1,0 0 1,0 0-1,0 0 0,0 0 1,-1 0-1,0 0 0,0 0 1,0 0-1,0-1 0,-1 1 1,0 0-1,0-1 0,0 1 1,0 0-1,0 0 1,-1-1-1,0 1 0,0 0 1,0 0-1,-1-2 0,-2-1 6,-1 0 0,1 0 0,-1 0-1,0 1 1,-1 0 0,0 0 0,0 0 0,0 1 0,0 0 0,-1 0-1,0 0 1,0 1 0,0 0 0,0 1 0,-1 0 0,0 0 0,1 0-1,-1 1 1,0 0 0,0 0 0,-1 1 0,1 0 0,0 1 0,0 0-1,0 0 1,-1 1 0,1 0 0,-5 1-6,3 1 101,0 1 0,0 0 0,1 0 0,-1 1 1,1 0-1,1 1 0,-1 0 0,1 0 0,0 1 0,0 0 0,1 0 0,-1 1 0,2 0 1,-1 0-1,1 0 0,1 1 0,-1 0 0,2 1 0,-1-1 0,1 1 0,0-1 0,1 1 1,1 1-1,-1-1 0,1 0 0,1 0 0,0 1 0,1-1 0,0 1 0,0-1 0,1 0 1,0 1-1,3 8-101,-2-12 26,0 1 0,0-1 0,1 1 1,0-1-1,0 0 0,1 0 0,0-1 0,0 1 1,0-1-1,1 0 0,0 0 0,0 0 1,1 0-1,0-1 0,0 0 0,0 0 0,0-1 1,1 0-1,0 0 0,-1 0 0,2-1 0,-1 0 1,0-1-1,1 1 0,-1-1 0,1-1 1,-1 1-1,4-1-26,8 2-210,0 0 0,0-2 0,0 0 1,0-1-1,0-1 0,0-1 0,0 0 0,0-2 1,0 0-1,-1-1 0,3-2 210,43-21-3595</inkml:trace>
  <inkml:trace contextRef="#ctx0" brushRef="#br0" timeOffset="-349655.279">17423 8128 3329,'0'0'1287,"0"0"-366,0 0 35,0 0 114,0 0-234,0 0-256,-11-5-42,5 3-609,2-1 175,0 1 1,0-1 0,-1 1 0,1 0 0,-1 0 0,1 1 0,-1 0-1,0-1 1,1 2 0,-1-1 0,0 0 0,0 1 0,0 0 0,1 0-1,-1 0 1,0 1 0,0 0 0,1 0 0,-1 0 0,0 0 0,1 1-1,-1 0 1,1-1 0,-1 2 0,1-1 0,-3 3-105,2 1 18,0 0 0,0 1 0,1 0 0,0 0 0,0 0 0,1 1 0,0-1 0,0 1 0,1 0 0,0-1 0,0 1 0,1 0 0,0 0-1,0 1 1,1-1 0,0 0 0,1 0 0,-1 0 0,2 2-18,2-6-10,1-1-1,-1 0 0,1 0 0,0-1 0,0 0 0,0 1 1,0-2-1,0 1 0,0 0 0,1-1 0,-1 0 1,0-1-1,1 1 0,-1-1 0,1 0 0,-1 0 1,0 0-1,1-1 0,-1 0 0,1 0 0,-1-1 0,0 1 1,0-1-1,0 0 0,0 0 0,0-1 0,0 0 1,1 0 10,58-33-140,-32 84-2201,-18-29-548</inkml:trace>
  <inkml:trace contextRef="#ctx0" brushRef="#br0" timeOffset="-48198.001">9836 9031 7362,'0'0'1579,"0"0"-610,0 0-130,0 0-219,0 0-182,-24-23-136,-80-73-38,101 93-250,0 0 0,-1 0 0,1 0 0,-1 1 0,0-1 0,1 1 0,-1 0 0,0 0-1,-1 0 1,1 1 0,0-1 0,0 1 0,-1 0 0,1 0 0,0 1 0,-1-1 0,1 1 0,-1 0-1,1 0 1,-3 1-14,-9 0 70,9-2-48,0 1 0,0 1 0,0-1 0,0 1 0,1 1 0,-1-1 0,0 1 0,1 0 0,-1 1 0,1-1 0,0 1 0,0 0 0,0 1 0,0 0 0,1 0 0,-1 0 0,1 0 0,0 1 0,0 0 0,0 0 0,1 0 0,0 1 0,0-1 0,0 1 0,1 0 0,0 0 0,0 0 0,1 1 0,-1-1 0,1 1 0,1 0 0,-1-1 0,1 1 0,0 0 0,1 0 0,-1 0 0,2 5-22,2-4-3,1 1 1,0 0-1,1-1 1,0 0-1,0 0 1,1-1-1,0 0 1,0 1-1,1-2 1,0 1-1,0-1 1,0 0-1,1-1 1,0 0-1,0 0 1,0 0-1,1-1 1,-1 0-1,1-1 1,0 0-1,5 1 3,2 3 1,41 17 5,-35-16 4,-1 1-1,0 1 0,0 0 0,-1 2 0,0 0 0,-1 2 1,17 14-10,-34-25 11,1-1 1,-1 0 0,0 1 0,0 0-1,0-1 1,0 1 0,0 0 0,0 0 0,-1 0-1,0 0 1,1 1 0,-1-1 0,0 0-1,-1 0 1,1 1 0,-1-1 0,1 0-1,-1 1 1,0-1 0,0 1 0,0-1 0,-1 0-1,1 1 1,-1-1 0,0 0 0,0 1-1,0-1 1,0 0 0,-1 0 0,1 0 0,-1 0-1,0 0 1,1 0 0,-1 0 0,-1-1-1,1 1 1,0-1 0,-1 1 0,1-1 0,-1 0-1,0 0 1,0 0 0,0 0 0,0 0-12,-139 69 676,124-64-648,0-1 0,0-2-1,-1 1 1,1-2-1,-1-1 1,0 0-1,0-1 1,0-1 0,-7-1-28,23 0-28,0 1 0,0-1 1,0 0-1,0 0 1,0 0-1,0-1 0,0 1 1,0-1-1,0 1 1,1-1-1,-1 0 1,0 0-1,1 0 0,0-1 1,0 1-1,-1 0 1,2-1-1,-1 0 0,0 1 1,0-1-1,1 0 1,-1 0-1,1 0 1,0 0-1,0 0 0,0 0 1,0 0-1,1 0 1,-1 0-1,1 0 1,0-1-1,0 1 0,0 0 1,0-2 27,25-114-3413,11 47-1600</inkml:trace>
  <inkml:trace contextRef="#ctx0" brushRef="#br0" timeOffset="-47994.849">10139 8727 10234,'0'0'2041,"0"0"-1425,0 0-32,0 0 0,-47 173-224,35-90-32,9 5-56,0 3-224,3-8 56,0-11-56,6-13-48,12-16-248,-6-19-776,-4-13-1553,-8-11-4928</inkml:trace>
  <inkml:trace contextRef="#ctx0" brushRef="#br0" timeOffset="-47797.917">9905 9066 10186,'0'0'1697,"0"0"-1393,0 0-176,0 0 56,0 0-176,199-75-8,-104 57-32,-18 4-1713,-15 9-4192</inkml:trace>
  <inkml:trace contextRef="#ctx0" brushRef="#br0" timeOffset="-47495.336">10228 8997 8194,'0'0'1301,"0"0"-769,0 0-273,15 29 36,102 179 441,53 33-425,-165-213 30,-26-51-145,12 5-135,2-2 0,0 1 0,1-1 0,0 0 0,2 0-1,1-1 1,0 1 0,1-1 0,2 1 0,0-1 0,2-17-61,-1 30 25,0 0 1,1 1-1,0-1 1,0 0-1,1 1 1,-1 0-1,2-1 1,-1 1-1,1 0 1,0 1-1,0-1 1,1 1 0,0-1-1,0 2 1,1-1-1,-1 0 1,1 1-1,0 0 1,1 0-1,-1 1 1,1 0-1,0 0 1,0 1-1,0-1 1,0 2-1,1-1 1,1 0-26,212-37-3749,-167 39-3457</inkml:trace>
  <inkml:trace contextRef="#ctx0" brushRef="#br0" timeOffset="-46942.792">10876 9162 5905,'0'0'1889,"0"0"-576,0 0-266,0 0-123,0 0-238,0 0-71,9 1-194,12 2-227,101 0 380,-118-3-566,0-1 1,-1 1-1,1-1 0,-1 1 0,1-1 1,-1-1-1,1 1 0,-1 0 1,1-1-1,-1 1 0,0-1 0,0 0 1,0 0-1,0 0 0,0-1 0,-1 1 1,1-1-1,0 1 0,-1-1 0,0 0 1,0 0-1,0 0 0,0 0 0,0-1 1,-1 1-1,1 0 0,-1-1 1,0 1-1,0-1 0,0 1 0,0-2-8,0 1 2,0-1 1,0 0-1,-1 0 0,0 0 0,1 0 0,-1 0 0,-1 0 0,1 0 0,-1 0 1,0 1-1,0-1 0,0 0 0,-1 0 0,0 1 0,0-1 0,0 1 0,0 0 1,-1-1-1,1 1 0,-1 0 0,0 0 0,-1 1 0,1-1 0,-1 1 0,1-1 1,-1 1-1,0 0 0,0 1 0,0-1 0,-1 1 0,1-1 0,0 1 1,-1 1-1,0-1 0,1 1 0,-1-1 0,0 1 0,0 1 0,0-1 0,0 1 1,0 0-1,-2 0-2,0-1 20,-1 0 1,1 0 0,-1 1 0,1 1 0,-1-1-1,1 1 1,-1 0 0,1 1 0,0 0 0,0 0-1,0 0 1,0 1 0,0 0 0,0 1 0,0-1 0,1 1-1,0 1 1,0-1 0,0 1 0,0 0 0,1 0-1,0 1 1,0-1 0,0 1 0,1 0 0,0 1-1,0-1 1,0 1 0,1-1 0,0 2-21,-1-3 20,0 1 1,1 0-1,0 0 0,0 0 1,0 0-1,1 1 1,-1-1-1,2 1 0,-1-1 1,1 1-1,0 0 1,0 0-1,1 0 0,0-1 1,0 1-1,0 0 1,1 0-1,0 0 0,1-1 1,-1 1-1,1-1 1,0 1-1,1-1 0,0 0 1,0 1-1,0-2 0,1 1 1,0 0-1,0-1 1,0 1-1,1-1 0,-1 0 1,1-1-1,2 2-20,10-1-89,1 0 0,-1-2 0,1 0 0,0-1 0,0 0 0,-1-2-1,1 0 1,0-1 0,0-1 0,0-1 0,-1 0 0,1-1 0,-1-1 0,0 0-1,0-2 1,-1 0 0,4-3 89,62-30-2522</inkml:trace>
  <inkml:trace contextRef="#ctx0" brushRef="#br0" timeOffset="-45269.457">11375 8924 6225,'0'0'1258,"0"0"-253,0 0 41,0 0-54,0 0-216,-12-2-278,2 0-474,5 0 46,0 0 1,-1 0-1,0 1 0,1 0 1,-1 0-1,0 0 0,1 1 1,-1 0-1,0 0 1,0 0-1,1 1 0,-1-1 1,0 2-1,1-1 0,-1 0 1,0 1-1,1 0 0,0 1 1,0-1-1,0 1 1,-3 2-71,-2 10 44,0 1 0,2 0 0,-1 1 0,2 0 0,1 0 0,0 0 0,1 1 0,0 0 0,2 0 0,0 1 0,1-1 0,1 0 0,1 1 0,1 8-44,0-24-3,-1-1-1,1 1 1,0 0 0,0 0 0,0 0 0,0 0 0,0-1 0,1 1-1,0 0 1,-1-1 0,1 1 0,0-1 0,0 0 0,0 0 0,0 0 0,0 0-1,1 0 1,-1 0 0,1 0 0,-1-1 0,1 1 0,0-1 0,0 0 0,-1 0-1,1 0 1,0 0 0,0 0 0,0-1 0,0 1 0,0-1 0,0 0-1,0 0 1,0 0 0,0 0 0,0 0 0,0-1 0,0 1 0,0-1 0,0 0-1,0 0 1,-1 0 0,1 0 0,0-1 0,0 1 0,-1-1 0,3-1 3,15-13-141,-1-1 1,0-1 0,-1 0-1,-1-2 1,-1 0 0,-1-1 0,0 0-1,-2-1 1,9-20 140,49-70-555,-38 194 1832,45 126-711,-77-207-568,0-1 1,0 1-1,0-1 1,0 1-1,1-1 0,-1 0 1,0 1-1,0-1 0,1 0 1,-1 0-1,0 0 1,1 0-1,-1 0 0,0 0 1,0 0-1,1 0 1,-1-1-1,0 1 0,1 0 1,-1-1-1,0 1 0,0-1 1,0 1-1,0-1 1,0 0-1,1 0 0,-1 1 1,0-1-1,-1 0 1,1 0-1,0 0 0,0 0 1,0 0-1,0 0 1,-1 0-1,1 0 0,0 0 1,-1-1-1,1 1 0,-1 0 1,0 0-1,1 0 1,-1-1-1,0 1 0,0 0 1,1-1-1,-1 1 1,0 0-1,0-1 0,-1 1 1,1 0 1,1 0 2,32-75-160,-18 39 13,1 1-1,1 0 1,2 1 0,2 2 0,20-26 145,-40 59 25,1 0 0,-1 1 0,1-1 0,-1 1 0,1-1 0,-1 1 0,0-1 0,1 1 0,-1 0 0,0-1 0,0 1 0,1 0 0,-1 0 0,0 0 0,0 0 0,0 0 0,0 0 0,0 1 0,0-1 0,-1 0 0,1 0 0,0 1 0,-1-1 0,1 0 0,0 1 0,-1-1 0,0 1 0,1-1 0,-1 1 0,0-1 0,0 0 0,0 1 0,0-1 0,0 1 0,0-1 0,0 1 0,0-1 0,-1 1 0,1-1 0,0 1 0,-1-1 0,0 0-1,1 1 1,-1-1 0,0 0 0,1 1 0,-1-1-25,1 8 47,6 263 996,30-284-1163,27-76-130,51-47-447,-113 134 703,0 1 0,1-1 0,-1 1 0,0-1-1,0 1 1,1 0 0,-1 0 0,0 0 0,0 0-1,1 0 1,-1 0 0,0 0 0,0 0 0,1 0-1,-1 0 1,0 1 0,0-1 0,1 0 0,-1 1 0,0-1-1,0 1 1,0 0 0,0-1 0,0 1 0,0 0-1,0 0 1,0-1 0,0 1 0,0 0 0,0 0-1,0 0 1,0 0 0,-1 0 0,1 0 0,0 1 0,-1-1-1,1 0 1,-1 0 0,0 0 0,1 1 0,-1-1-1,0 0 1,1 0 0,-1 1 0,0-1 0,0 0-1,0 0 1,0 1 0,-1-1 0,1 0 0,0 0-1,0 1 1,-1-1 0,1 0 0,-1 0 0,1 1 0,-1-1-1,1 0 1,-1 0 0,0 0 0,1 0 0,-1 0-1,-1 1-5,2 10 53,0 182 296,34-193-494,119-170-838,-136 149 880,89-68-88,-95 135 1287,-11-40-1064,17 168 891,46-76-3109,-34-78-2215</inkml:trace>
  <inkml:trace contextRef="#ctx0" brushRef="#br0" timeOffset="-38120.892">9040 7334 1528,'0'0'945,"0"0"-945,0 0-16,0 0 16,0 0 0,0 0-177,0 0-7,86-35 184,-71 35 40,-3 0 104,0 0-47,-3 0-97,-3 0-265</inkml:trace>
  <inkml:trace contextRef="#ctx0" brushRef="#br0" timeOffset="-37415.277">9682 3989 2825,'0'0'672,"0"0"-672,0 0-1281</inkml:trace>
  <inkml:trace contextRef="#ctx0" brushRef="#br0" timeOffset="-37038.696">10606 2238 7362,'0'0'1336,"0"0"-1048,0 0-288,0 0-872,0 0-1545</inkml:trace>
  <inkml:trace contextRef="#ctx0" brushRef="#br0" timeOffset="-36539.319">11904 845 4137,'0'0'1608,"0"0"113,0 0-337,0 0-40,0 0-296,0 0-191,0 0-433,15 0-256,-9 0-128,-3 0-40,-3 3-2105</inkml:trace>
  <inkml:trace contextRef="#ctx0" brushRef="#br1" timeOffset="-201420.868">5701 8764 7586,'0'0'1616,"0"0"-820,0 0-236,0 0 143,0 0-56,-11-24-195,-37-74-36,43 90-347,-1 0 0,0 1 0,-1 0-1,1 0 1,-1 0 0,-1 1 0,1 0 0,-1 0 0,0 1-1,-1 0 1,1 1 0,-1 0 0,0 0 0,0 1 0,0 0-1,0 0 1,-1 1 0,1 0 0,-1 1 0,1 0 0,-1 0 0,0 1-1,1 1 1,-1-1 0,1 2 0,-5 0-69,-15-2 48,10 1-36,1 1 1,-1 0 0,1 1-1,0 1 1,0 0 0,0 2-1,1 0 1,0 1 0,0 1-1,0 0 1,1 1 0,0 1-1,1 0 1,0 2 0,1-1-1,0 2 1,1 0 0,-9 11-13,20-16-4,-1-1 1,1 1-1,1 0 1,0-1-1,0 1 0,0 0 1,1 0-1,0-1 1,1 1-1,0 0 1,0 0-1,1-1 1,-1 1-1,2 0 0,-1-1 1,1 0-1,0 0 1,1 0-1,-1 0 1,1 0-1,1 0 1,-1-1-1,1 0 0,1 0 1,-1-1-1,1 1 1,0-1-1,0 0 1,0 0-1,0-1 0,1 0 1,0 0-1,0-1 1,5 2 3,-3 2 2,38 30 2,-17-17-2,-2 2-1,-1 0 1,0 2-1,-2 1 1,-1 1-1,-1 1 1,-1 2-1,4 7-1,-23-31 12,0 0-1,0 0 1,-1 0 0,1 1-1,-1-1 1,-1 1 0,1-1-1,-1 1 1,1 0 0,-2-1-1,1 1 1,-1 0-1,0 0 1,0 0 0,0-1-1,-1 1 1,0 0 0,0 0-1,0-1 1,-1 1-1,0-1 1,0 1 0,0-1-1,-1 0 1,0 0 0,0 0-1,0 0 1,0 0 0,-1-1-1,0 1 1,0-1-1,0 0 1,0 0 0,-1-1-1,0 1 1,0-1 0,0 0-1,0 0 1,0-1 0,-3 2-12,-28 8 96,0-1 0,-1-1 0,0-3 1,0 0-1,0-3 0,-1-1 1,0-2-1,0-1 0,1-2 0,-19-4-96,53 6-44,-1 1 0,0-1 0,0 0 0,0-1 0,0 1 0,0-1 0,0 0 0,0 0 0,0 0 0,0 0 0,1-1 0,-1 1 0,1-1 0,-1 0 0,1 0 0,-1 0 0,1-1 0,0 1 0,0-1 0,0 0 0,1 0 0,-1 0 0,1 0 0,-1 0 0,1 0-1,0-1 1,0 1 0,0-1 0,1 1 0,-1-1 0,1 0 0,0 0 0,0 0 0,0 1 0,1-1 0,-1 0 0,1 0 0,0 0 0,0 0 0,1 0 0,-1 0 0,1 0 0,-1 0 0,1 0 0,1 0 0,-1 1 0,1-2 44,99-99-6086,-44 56-198</inkml:trace>
  <inkml:trace contextRef="#ctx0" brushRef="#br1" timeOffset="-201420.868">6040 8580 8794,'0'0'1968,"0"0"-1424,0 0-248,0 0 25,0 0 63,-57 184 72,43-96-80,-4 8 80,0 17-24,0-1-112,0-2-168,3-9-40,6-18-112,7-13 0,2-28-176,2-31-752,16-11-977,-6 0-3048</inkml:trace>
  <inkml:trace contextRef="#ctx0" brushRef="#br1" timeOffset="-201420.868">5674 9013 8890,'0'0'1552,"0"0"-1208,0 0-72,0 0 96,161 24-15,-99-19-161,7-5-176,-1 0-16,6 0-721,-14-11-2215,-19 1-4082</inkml:trace>
  <inkml:trace contextRef="#ctx0" brushRef="#br1" timeOffset="-201420.868">6031 9055 6345,'0'0'939,"0"0"-521,0 0-136,11 27 265,78 213 1071,-61-87-60,-28-150-1270,0-15 336,-3-11-647,1 0 0,2 0 0,0 0 0,1 0 0,2 0 0,0 0 0,1 1 0,2-1 0,0 1 0,1 0 0,1 0 0,2 1 0,0 1 0,1-1 0,0 1 0,2 1 0,1 0 0,11-12 23,-21 28 4,1-1-1,-1 1 1,1 0-1,0 0 1,-1 1 0,2-1-1,-1 1 1,0 0-1,0 0 1,1 1-1,-1 0 1,0 0-1,1 0 1,0 0-1,-1 1 1,1 0 0,-1 0-1,1 1 1,-1-1-1,1 1 1,-1 0-1,1 1 1,-1-1-1,0 1 1,1 0-1,-1 1 1,0-1 0,-1 1-1,1 0 1,0 0-1,-1 0 1,1 1-1,-1 0 1,0 0-1,-1 0 1,1 0-1,-1 0 1,3 5-4,32 49 325,-33-47-308,0 0 0,1 0 0,0-1 0,1 0 1,0 0-1,0 0 0,1-1 0,1 0 0,-1-1 0,1 0 1,1 0-1,-1-1 0,1 0 0,1 0 0,-1-1 1,1-1-1,0 0 0,0 0 0,1-1 0,-1-1 0,9 2-17,-14-4-8,0-1 0,0 0-1,0 0 1,1 0-1,-1-1 1,0 0-1,0 0 1,0 0-1,0-1 1,-1 0 0,1 0-1,0 0 1,-1-1-1,1 0 1,-1 0-1,0 0 1,0-1-1,0 0 1,-1 0 0,1 0-1,-1 0 1,0-1-1,0 1 1,0-1-1,-1 0 1,0-1-1,0 1 1,0 0 0,-1-1-1,1 0 1,-1 1-1,0-1 1,-1 0 8,3-9-35,0 1-1,-1-1 1,0 0 0,-1 0 0,-1 0-1,-1-1 1,0 1 0,-1 0 0,0 0 0,-4-12 35,3 23 23,-1 0 0,0 0 0,0 1 0,0-1 0,-1 1 0,1 0 0,-1 0 1,0 0-1,0 0 0,0 1 0,0 0 0,0-1 0,0 1 0,-1 1 0,1-1 1,-1 1-1,1 0 0,-1 0 0,0 0 0,0 0 0,1 1 0,-1 0 0,0 0 0,0 0 1,1 1-1,-1-1 0,0 1 0,1 0 0,-1 1 0,1-1 0,-1 1 0,1 0 0,0 0 1,-1 0-1,1 0 0,0 1 0,0 0 0,1 0 0,-1 0 0,1 0 0,-1 1 1,-1 2-24,-8 10 65,2 0 1,0 1 0,0 0 0,2 0 0,0 1 0,1 0-1,1 1 1,0 0 0,2 0 0,0 0 0,1 1 0,1 0 0,1 0-1,1 0 1,1 0 0,1 15-66,-1-31-23,1 0-1,-1 0 1,1 0-1,0-1 1,0 1-1,0 0 1,0 0 0,1-1-1,-1 1 1,1 0-1,0-1 1,0 0-1,0 1 1,1-1-1,-1 0 1,1 0 0,0 0-1,-1-1 1,1 1-1,1-1 1,-1 1-1,0-1 1,1 0-1,-1 0 1,1-1-1,-1 1 1,1-1 0,0 0-1,-1 1 1,1-2-1,0 1 1,0 0-1,0-1 1,3 0 23,88-1-3508,-52-10-229</inkml:trace>
  <inkml:trace contextRef="#ctx0" brushRef="#br1" timeOffset="-201420.868">7091 9002 520,'0'0'5332,"0"0"-3292,0 0-994,0 0 266,0 0-46,0 0-367,-7 2-383,-3 5-463,0 1 1,0 0 0,0 1-1,1 0 1,0 0-1,1 1 1,0 0 0,1 0-1,0 1 1,0 0-1,1 0 1,1 1 0,0 0-1,0 0 1,-2 11-54,-2-2 67,3-6-14,-6 7 16,2 0 1,0 1-1,2 0 0,0 1 1,2 0-1,0 0 0,2 0 1,1 1-1,0 0 0,2 13-69,52-31-312,-39-16 250,0 0 0,-1 0 0,0-1 0,0-1 0,-1 0 0,-1 0-1,0 0 1,0-2 0,-1 1 0,0-1 0,3-9 62,4-2-173,142-233-531,-151 279 1550,-15 303 658,9-324-1517,3-17-70,16-36-182,2 1 1,3 1-1,2 1 0,2 2 1,29-38 264,-7 42-96,-43 73 251,-16 284 1121,6-261-1080,3-52-211,2-16-23,126-178-220,-124 187 242,2-4 6,-1 1 0,2-1 0,0 1 0,0 0 0,0 0 0,1 1 0,0 0 0,1 1 0,0-1 1,0 2-1,0-1 0,1 1 0,0 1 0,1 0 0,-1 0 0,1 1 0,6-2 10,-16 8 3,1-1 0,0 1 0,-1-1 0,1 1 0,-1 0 0,0-1 0,0 1 0,1 0 0,-1 0 0,0 0 0,0 0 0,-1 0 0,1 0 1,0 0-1,-1 0 0,1 0 0,-1 0 0,0 1 0,1-1 0,-1 0 0,0 0 0,-1 0 0,1 1 0,0-1 0,0 0 0,-1 0 0,0 0 0,1 0 0,-1 1-3,0 11 108,-69 291 1032,69-304-1183,1 1 0,-1 0 1,1 0-1,0-1 0,-1 1 0,1 0 0,0 0 0,0-1 0,0 1 0,1 0 1,-1 0-1,0-1 0,1 1 0,-1 0 0,1-1 0,0 1 0,-1 0 1,1-1-1,0 1 0,0-1 0,0 1 0,0-1 0,0 1 0,0-1 1,0 0-1,1 0 0,-1 0 0,0 1 0,1-1 0,-1 0 0,1-1 1,-1 1-1,1 0 0,0 0 0,-1-1 0,1 1 0,0-1 0,-1 1 1,1-1-1,0 0 0,0 1 0,-1-1 0,1 0 0,0 0 43,28 1-3426</inkml:trace>
  <inkml:trace contextRef="#ctx0" brushRef="#br1" timeOffset="-201420.868">7605 9603 3937,'0'0'2015,"0"0"-412,0 0-360,0 0-355,0 0-358,0 0 139,11 8-30,99 42 252,-22-43-724,1-3-1,-1-5 1,1-4 0,-1-3 0,0-4 0,-1-4 0,-1-4 0,23-11-167,-20 7 57,351-119-102,-439 143 45,-2 0 4,1-1 1,-1 1-1,1-1 1,0 0-1,-1 1 1,1-1-1,0 1 1,-1-1-1,1 1 1,0-1-1,0 0 1,0 1-1,0-1 1,-1 1-1,1-1 1,0 0-1,0 1 1,0-1-1,0 0 1,0 1-1,1-1 1,-1 0-1,0 1 1,0-1-1,0 1 1,0-1-1,1 0 1,-1 1-1,0-1 1,1 1-1,-1-1 1,0 1-1,1-1 1,-1 1-1,1-1 1,-1 1-1,1-1 1,-1 1-1,1 0 1,-1-1-1,1 1 1,-1 0-1,1-1 1,-1 1-1,1 0 1,0 0-1,-1 0 1,1-1-1,-1 1 1,1 0-1,0 0 1,-1 0-1,1 0 1,0 0-1,-1 0 1,1 0-1,0 0 1,-1 0 0,1 1-1,-1-1 1,1 0-1,0 0 1,-1 0-1,1 1 1,-1-1-1,1 1-4,-375-21 1380,371 20-1367,-1 0-1,1 0 1,0 0-1,-1 0 1,1-1-1,0 1 1,-1-1-1,1 0 1,0 0-1,0 0 1,0 0-1,0-1 1,0 1-1,0-1 1,0 0-1,0 0 1,1 0-1,-1 0 1,0 0-1,1-1 1,0 1-1,0-1 1,0 1-1,0-1 0,0 0 1,0 0-1,1 0 1,-1 0-1,1 0 1,0 0-1,0 0 1,0 0-1,0-4-12,3 4 1,1-1-1,0 0 0,1 1 1,-1 0-1,1 0 1,-1 0-1,1 0 0,0 0 1,0 1-1,0-1 0,0 1 1,0 0-1,1 1 0,-1-1 1,1 1-1,-1 0 1,1 0-1,-1 0 0,1 0 1,0 1-1,0 0 0,-1 0 1,3 0-1,0 0-1,-2-3 8,0 1 1,0 0-1,0 0 0,0 1 0,0-1 0,1 1 0,-1 1 0,0-1 0,1 1 0,-1 0 1,1 0-1,-1 0 0,0 1 0,1-1 0,-1 1 0,0 1 0,0-1 0,1 1 0,-1 0 0,0 0 1,-1 0-1,1 1 0,0 0 0,-1 0 0,1 0 0,-1 0 0,0 1 0,0 0 0,-1-1 0,1 1 1,-1 1-1,1-1 0,-1 1 0,-1-1 0,1 1 0,-1 0 0,1 0 0,-1 0 0,-1 0 0,1 0 1,-1 0-1,0 0 0,0 3-7,0 17 90,-2-1 0,0 1 1,-2-1-1,-1 0 1,0 0-1,-2 0 0,-1 0 1,-1 0-91,-14 106-3194,22-106-2538</inkml:trace>
  <inkml:trace contextRef="#ctx0" brushRef="#br1" timeOffset="-201420.868">27461 9336 72,'0'0'8506,"0"0"-8506,0 0-280,0 0 208,0 0-1329</inkml:trace>
  <inkml:trace contextRef="#ctx0" brushRef="#br0">9119 993 14556,'164'-27'7,"193"-37"10,199-49-18,-123 68 8,-74-22 26,250 56-49,-202-26 1,-406 37 31,-1 0 30,0 0-28,44 0 21,102-3-40,-122 65-21,-18-45 27,1 1-1,-2 0 1,-1 1-1,0-1 1,-1 1-1,-1 0 1,-1-1-1,0 1 0,-2 11-4,-82 138 44,78-156-27,-1-1 0,0-1 0,-1 1 0,0-1 0,-1 0 0,0 0 0,0-1 0,-1 0 0,0-1-1,-1 0 1,1 0 0,-3 0-17,-31 28 41,2 3 1,1 1-1,2 2 0,-31 46-41,-33 35 362,-161 195 6,119-147-295,5-23 39,104-110-101,3 3-1,1 0 1,2 2-1,1 1 1,3 1-1,-6 18-10,-91 274 27,42-57 51,5 60-94,4 90 40,92 209 177,21-382-217,-25-164 14,31 76-14,-33-136 24,-1 0 0,-2 1 0,-1 1 0,-2 0 0,-1 0 0,1 25-8,28 108-70,5-5 97,-33-116-37,3-1 0,1 1-1,2-2 1,3 0-1,13 24 11,-26-58-30,-5-12 15,1 1 1,-1 0-1,0-1 1,1 1-1,-1 0 0,1 0 1,-1 0-1,0 0 1,1-1-1,-1 1 1,1 0-1,-1 0 1,0 0-1,1 0 1,-1 0-1,1 0 1,-1 0-1,0 0 1,1 0-1,-1 0 1,1 0-1,-1 0 1,1 0-1,-1 0 1,0 1-1,1-1 1,-1 0-1,0 0 1,1 0-1,-1 1 1,1-1-1,-1 0 1,0 0-1,1 1 1,-1-1-1,0 0 1,0 1-1,1-1 1,-1 0-1,0 1 1,0-1-1,0 0 1,1 1-1,-1-1 1,0 1-1,0-1 1,0 0-1,0 1 1,0-1-1,0 1 0,0-1 1,0 1 14,3-19-1720,-3-6-2488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2:57:30.4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348 519 3873,'0'0'513,"0"0"-229,0 0-86,0 0 34,0 0 14,25-25-16,158-174 361,-91 74 206,-92 124 118,0 623 2272,11-622-5394,-7-15 21</inkml:trace>
  <inkml:trace contextRef="#ctx0" brushRef="#br0" timeOffset="619.648">598 118 2881,'0'0'2217,"0"0"-959,0 0-626,0 0-54,0 0 251,0 0 22,-20-9-20,-66-27-232,78 34-545,0 0 1,-1 0 0,1 1 0,-1 0 0,0 1-1,1 0 1,-1 0 0,0 1 0,1 0-1,-1 0 1,0 1 0,1 0 0,0 0 0,-1 1-1,1 0 1,0 1 0,1 0 0,-1 0-1,1 1 1,0 0 0,0 0 0,0 0 0,0 1-1,1 0 1,-1 2-55,-1-2 42,-15 12 18,0 1 0,1 1 0,1 1 1,1 1-1,2 0 0,0 2 0,1 0 1,1 1-1,1 0 0,1 2 0,2-1 1,1 2-1,0-1 0,3 2 0,0-1 1,2 1-1,-3 28-60,7-41 9,0 1-1,2 0 1,0 0 0,1-1 0,1 1 0,0 0-1,1-1 1,1 1 0,0-1 0,1 0-1,1-1 1,1 1 0,0-1 0,1 0 0,1-1-1,0 0 1,3 3-9,6 1 7,2 0 0,0-2 0,1 0 0,1-1 0,0-2 0,1 0 0,0-1 0,1-1 0,0-1 0,1-2 0,0 0 0,0-2 0,1 0 0,0-2 0,0-1 0,0-1 0,0-1 0,0-1 0,1-2 0,7-1-7,-16 1 2,1-1 1,-1 0-1,1-2 0,-1 0 1,0 0-1,-1-2 0,1 0 1,-2-2-1,1 1 0,-1-2 0,0 0 1,-1-1-1,0-1 0,-1 0 1,0-1-1,-1 0 0,0-1 1,3-6-3,3-5 27,0 0 0,-2-1 1,-1-1-1,-2 0 0,0-1 1,-2-1-1,-1 0 0,-1 0 1,-2-1-1,4-26-27,-7 35 40,-1 0 0,-1-1-1,-1 0 1,-1 1 0,-1-1 0,-1 0 0,0 0-1,-2 0 1,-1 1 0,0 0 0,-2-1 0,0 2-1,-2-1 1,0 1 0,-1 0 0,-1 1 0,-1 0-1,-1 0 1,0 1 0,-7-6-40,7 11 27,-2 0-1,0 1 1,0 1 0,-1 0 0,0 1-1,-1 0 1,0 2 0,-1 0-1,0 0 1,0 2 0,0 0-1,-1 1 1,0 1 0,0 0-1,-6 1-26,-105 8-2980,107 0-1325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2:57:32.3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494 525 6225,'0'0'1066,"0"0"-361,0 0 69,0 0-89,0 0-75,-4-11-50,-11-38-161,15 42-362,1 0 1,1 1 0,-1-1 0,1 0-1,0 1 1,1-1 0,-1 1 0,1 0-1,1 0 1,-1 0 0,1 0 0,0 1-1,0-1 1,1 1 0,-1 0 0,1 0-1,1 1 1,-1 0 0,0-1 0,1 2-1,0-1 1,0 1 0,6-3-38,-2-1 4,1 1 0,0-1 0,1 2 0,-1 0 0,1 0 0,0 1 0,1 1 0,-1 0 0,1 0 0,-1 2 0,1-1 0,7 1-4,-16 4 10,1 1-1,0-1 1,0 1 0,-1 0 0,0 0 0,0 0-1,0 1 1,0-1 0,-1 1 0,0 0-1,0 0 1,0 0 0,0 0 0,-1 1 0,0-1-1,0 1 1,-1 0 0,1-1 0,-1 1-1,0 0 1,-1 0 0,1 0 0,-1-1 0,-1 1-1,1 0 1,-1 0 0,0 0 0,0-1 0,0 1-1,-1 0 1,0-1 0,0 1 0,-1 0-10,-8 15 33,-1 0 0,-1-2 0,0 1 0,-2-1 0,0-1 0,-1-1 0,-1 0 0,0-1 0,-2-1 0,1-1 0,-2 0 0,-17 9-33,-129 87 484,165-110-483,1 1 0,0 0 0,0 0-1,-1 0 1,1 0 0,0-1 0,0 1 0,0 0 0,0 0 0,0 0 0,0 0 0,0 0 0,0 0 0,0 0 0,0-1-1,0 1 1,1 0 0,-1 0 0,0 0 0,1 0 0,-1-1 0,1 1 0,-1 0 0,1 0 0,-1-1 0,1 1-1,-1 0 1,1-1 0,0 1 0,-1 0 0,1-1 0,0 1 0,-1-1 0,1 1 0,0-1 0,0 0 0,0 1 0,-1-1-1,1 0 1,0 0 0,0 1 0,0-1 0,0 0 0,0 0 0,0 0 0,-1 0 0,1 0 0,0 0 0,0 0 0,0 0-1,0 0 1,0-1 0,0 1 0,-1 0 0,2-1-1,-1 1 3,331 7 213,-305-8-394,81-9 355,-50-18-3294,-42 6-904</inkml:trace>
  <inkml:trace contextRef="#ctx0" brushRef="#br0" timeOffset="505.345">714 41 4241,'0'0'1542,"0"0"-698,-34-7-100,-112-20 452,-36 20 1569,166 14-2710,0 0 1,0 0-1,0 2 1,1 0-1,1 0 1,-1 2-1,2 0 1,-1 0-1,2 1 1,-1 1-1,2 0 1,0 1 0,0 0-1,1 0 1,1 1-1,1 1 1,0-1-1,1 2 1,-5 13-56,-8 16 77,2 0 1,3 2 0,1 0 0,2 1-1,3 0 1,1 0 0,3 1 0,2 0-1,2 0 1,4 26-78,1-49 18,2 0 0,0-1 0,2 1 0,1-1 0,1-1 0,1 1 0,1-2 0,1 0 0,1 0 0,1-1 0,2-1 0,0-1 0,1 0 0,1-1-1,1-1 1,0-1 0,2-1 0,0-1 0,1 0 0,0-2 0,1-1 0,1-1 0,0-1 0,1-1 0,0-1 0,0-1 0,1-1 0,22 2-18,-13-4 4,0-1 0,0-2 0,0-1 0,0-1-1,0-3 1,-1-1 0,1-1 0,-1-2 0,0-1 0,0-2 0,-1-2 0,-1-1 0,0-1 0,0-2-1,-2-2 1,0 0 0,-1-2 0,-1-1 0,-1-2 0,-1-1 0,-1 0 0,-1-2 0,-1-1 0,-1-1-1,-2-1 1,-1-1 0,6-14-4,-16 23 46,-1 0-1,-1-1 0,0 1 1,-2-2-1,-1 1 1,-1-1-1,0 1 0,-2-1 1,-1 0-1,0 0 1,-2 0-1,-1 0 0,-1 0 1,0 0-1,-2 1 1,-1 0-1,0 0 0,-2 0 1,-1 1-1,0 0 1,-1 0-1,-2 1 0,-12-17-44,0 9 46,-2 2 0,-1 1 0,0 1 1,-2 2-1,-1 0 0,-1 2 0,0 1 1,-1 2-1,-1 1 0,-1 2 0,0 1 1,-1 1-1,-1 2 0,1 2 0,-1 1 1,-24-1-48,48 7-136,-1 0 0,1 1 1,-1 0-1,1 1 0,-1 0 1,1 1-1,0 0 0,-1 1 1,1 1-1,0 0 0,-6 3 136,-27 19-3438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2:57:49.0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155 1 4185,'0'0'2272,"0"0"-639,0 0-413,0 0-170,0 0-337,-15 4-381,21 722 1745,-6-723-2172,9 61 60,22-52-4582,-27-16 403</inkml:trace>
  <inkml:trace contextRef="#ctx0" brushRef="#br0" timeOffset="271.125">0 287 5569,'0'0'944,"0"0"-632,0 0 1,0 0 175,188-80 8,-138 66-48,1 9-192,-7 0-128,-5 5-80,-7 0-48,-8 10-48,-12 14-1200,-9-5-3097</inkml:trace>
  <inkml:trace contextRef="#ctx0" brushRef="#br0" timeOffset="519.314">375 359 7178,'0'0'1416,"0"0"-1000,0 0-232,0 0-48,0 0 40,77 174 32,-53-134-24,-1-3-112,-2-7-64,-3-6 0,-3-5-8,-3-14-384,-3-5-1368,-3 0-2209</inkml:trace>
  <inkml:trace contextRef="#ctx0" brushRef="#br0" timeOffset="753.425">746 330 5577,'0'0'1286,"-12"22"-446,-79 160 714,51-86-690,5 2 1,4 2 0,-12 73-865,37-114-713,38-64-3858,-11-17 805</inkml:trace>
  <inkml:trace contextRef="#ctx0" brushRef="#br0" timeOffset="1058.215">808 520 4385,'0'0'2196,"0"0"-1111,0 0-688,0 0-133,0 29 160,0 236 898,1-167-962,-1 88 700,-3-116-6562,8-98 1583</inkml:trace>
  <inkml:trace contextRef="#ctx0" brushRef="#br0" timeOffset="1298.313">779 533 3881,'0'0'657,"0"0"-253,0 0 52,0 0 62,23-24 61,77-70 30,-99 92-581,0 0 0,1 0 0,-1 0-1,0 1 1,0-1 0,1 0 0,-1 1 0,1-1 0,0 1-1,-1 0 1,1-1 0,0 1 0,0 0 0,0 0-1,0 0 1,0 0 0,0 1 0,0-1 0,0 0-1,0 1 1,0-1 0,0 1 0,0 0 0,0 0 0,0 0-1,1 0 1,-1 0 0,0 0 0,0 0 0,0 1-1,0-1 1,0 1 0,0 0 0,0 0 0,0-1 0,0 1-1,0 0 1,0 1 0,0-1 0,0 0 0,-1 0-1,1 1 1,-1-1 0,1 1 0,-1 0 0,1-1 0,-1 1-1,0 0-27,14 82 1885,-15-81-1768,1 20 114,0 0 0,-2 0-1,0-1 1,-2 1 0,0 0 0,-2-1 0,0 0-1,-2 0 1,0 0 0,-1-1 0,-1 0 0,-2-1 0,-4 8-231,-13-10-1185,22-18-1326</inkml:trace>
  <inkml:trace contextRef="#ctx0" brushRef="#br0" timeOffset="1713.024">1067 640 7706,'0'0'1123,"0"0"-633,0 0-270,0 0 47,0 0 73,0 0 20,25 11-77,80 31-7,-101-40-268,1-1 0,0 0 0,0 0-1,0 0 1,0-1 0,0 0 0,1 0 0,-1 0 0,0-1 0,0 1-1,0-1 1,0 0 0,-1-1 0,1 1 0,0-1 0,0 0-1,-1 0 1,1-1 0,-1 1 0,0-1 0,1 0 0,-1 0 0,-1 0-1,1-1 1,0 1 0,-1-1 0,0 0 0,0 0 0,0 0-1,0-1 1,-1 1 0,1-1 0,-1 1 0,0-1 0,0 0 0,-1 1-1,0-1 1,0 0 0,0 0 0,0 0 0,-1 0 0,0-1-1,0 1 1,0 0 0,0 0 0,-1 0 0,0 0 0,0 0 0,-1 0-1,1 1 1,-1-1 0,-1-2-8,0 3 3,0 0 0,0 0 0,-1 0 0,1 0-1,-1 1 1,0-1 0,0 1 0,0 0 0,-1 0 0,1 1 0,-1-1-1,1 1 1,-1 0 0,0 0 0,0 1 0,0 0 0,0-1 0,0 1-1,0 1 1,0-1 0,0 1 0,-1 0 0,1 0 0,0 1 0,0-1-1,0 1 1,0 0 0,0 1 0,0-1 0,0 1 0,0 0 0,1 0-1,-1 0 1,1 1 0,-4 2-3,-2 4 73,0 1-1,1 1 1,0 0-1,0 0 1,1 0-1,1 1 1,0 1-1,1-1 1,0 1-1,1 0 1,0 0-1,1 0 1,0 1-1,2 0 1,-1 0-1,2 0 1,-1 0-1,2 0 1,0 0-1,1 0 1,0 0-1,2 6-72,-1-13 24,-1 1-1,1-1 1,1 0-1,-1-1 0,1 1 1,1 0-1,-1-1 1,1 0-1,0 1 1,0-1-1,1-1 1,0 1-1,0-1 1,0 0-1,1 0 1,-1 0-1,1-1 0,0 0 1,1 0-1,-1-1 1,1 1-1,-1-1 1,1-1-1,0 1 1,0-1-1,0-1 1,6 2-24,208 15-257,-192-19 64,43 0-1595,-18-3-2598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2:57:52.5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209 454 5281,'0'0'1012,"0"0"-368,0 0-98,0 0-51,0 0-101,-2-6-41,2 3-284,-1 1 1,0 0 0,0 0 0,0 0 0,-1-1 0,1 1 0,-1 0 0,1 1 0,-1-1-1,1 0 1,-1 0 0,0 1 0,0-1 0,0 1 0,0-1 0,0 1 0,0 0 0,0 0-1,-1 0 1,1 0 0,0 0 0,-1 0 0,1 1 0,0-1 0,-1 1 0,1 0-1,-1-1 1,1 1 0,-1 0 0,1 1 0,0-1 0,-1 0 0,1 1 0,-1-1 0,1 1-1,0 0 1,-1 0 0,1 0 0,0 0 0,0 0 0,0 0 0,-2 2-70,-5 3 21,0 0 0,0 1 0,1 0 0,0 0 0,0 1 0,1 0 0,0 1 0,0-1 0,1 1 1,0 1-1,1-1 0,0 1 0,0 0 0,1 0 0,0 0 0,1 1 0,0 0 0,1-1 0,0 1 0,1 0 0,0 0 0,0 0 0,2 0 1,-1 0-1,2 9-21,3-12 15,-1-1 1,1-1-1,1 1 1,-1-1-1,1 0 1,0 0-1,0 0 1,1-1-1,-1 0 1,1-1-1,1 1 1,-1-1-1,0 0 1,1-1-1,0 0 1,0 0-1,0-1 1,0 0-1,0 0 1,0-1-1,1 0 1,0 0-16,5 1-130,1 0 0,-1 0-1,0-2 1,1 1 0,-1-2 0,0 0 0,0-1-1,0 0 1,0-1 0,0-1 0,0 0 0,-1-1-1,1 0 1,-1-1 0,0 0 0,8-7 130,29-30-3572</inkml:trace>
  <inkml:trace contextRef="#ctx0" brushRef="#br0" timeOffset="281.2">524 8 880,'0'0'6946,"0"0"-5930,0 0-656,-12 173 160,3-90 72,3 5 24,0 3-152,6-2-119,0-12-113,0-10-112,0-11-32,0-13-88,9-19-120,15-16-1121,-3-8-1071,-1 0-849</inkml:trace>
  <inkml:trace contextRef="#ctx0" brushRef="#br0" timeOffset="696.871">675 548 7962,'0'0'1249,"0"0"-815,0 0-284,0 0-12,0 0 7,0 0-9,30 4 4,94 8-13,-121-12-113,1 1 0,0-1 0,-1 0 0,1-1 0,0 1 0,-1-1 0,1 1 0,-1-1 0,1 0 0,-1 0 1,1-1-1,-1 1 0,0-1 0,0 0 0,0 0 0,0 0 0,0 0 0,0 0 0,0-1 0,-1 1 0,1-1 0,-1 1 0,1-1 0,-1 0 0,0 0 0,0 0 0,-1-1 0,1 1 0,-1 0 1,1-1-1,-1 1 0,0-1 0,0 1 0,-1-1 0,1 1 0,-1-1 0,0 0 0,0 1 0,0-1 0,0 1 0,0-1 0,-1 0 0,0 1 0,0-1 0,0 1 0,0-1 0,0 1 1,-1 0-1,1-1 0,-1 1 0,0 0 0,-2-3-14,-1 3 10,0 0 0,-1 0 1,1 1-1,-1 0 0,0 0 0,0 0 1,1 0-1,-1 1 0,0 0 1,0 1-1,-1-1 0,1 1 0,0 0 1,0 0-1,0 1 0,0 0 1,0 0-1,0 0 0,0 1 0,1 0 1,-1 0-1,0 0 0,1 1 1,0 0-1,-1 0 0,1 0 1,0 1-1,-2 2-10,1 4 32,0 1 0,1 0 0,0 0 0,0 0 1,1 1-1,1 0 0,0 0 0,1 0 0,0 0 0,1 0 0,0 0 1,0 1-1,2-1 0,0 0 0,0 0 0,1 0 0,0 0 1,2 2-33,1-7-28,0 0 1,1 0-1,0-1 1,0 0-1,1 0 1,-1 0-1,1-1 1,1 0-1,-1 0 1,1 0-1,0-1 1,0-1-1,0 1 1,0-1-1,1-1 1,-1 1-1,1-1 1,-1-1-1,1 0 1,0 0-1,0-1 1,0 0 0,0 0-1,-1-1 1,1 0-1,0-1 1,0 0-1,-1 0 1,0-1-1,1 0 1,-1 0-1,0-1 1,3-2 27,42-14-2235,-7 3-2325</inkml:trace>
  <inkml:trace contextRef="#ctx0" brushRef="#br0" timeOffset="1117.925">1284 435 760,'0'0'5495,"0"0"-3167,0 0-1274,0 0-338,0 0-121,0 0-134,-13-2-78,-43-4-199,1 59 19,49-41-134,-1-1 12,0 0 1,1 1-1,0 0 0,1 0 1,1 0-1,0 0 0,1 1 1,0 0-1,1 0 0,0 0 1,1 0-1,0 9-81,3-19-8,1 0 0,0 0 0,-1-1 1,1 1-1,0 0 0,0-1 0,1 0 0,-1 0 0,0 0 0,1 0 0,-1 0 0,1-1 0,0 1 0,-1-1 0,1 0 1,0 0-1,0-1 0,0 1 0,-1-1 0,1 0 0,0 0 0,0 0 0,0 0 0,0-1 0,0 1 0,0-1 1,-1 0-1,1-1 0,0 1 0,1-1 8,4-2-71,0 0 0,0-1 0,0 1 0,-1-2 1,1 1-1,-1-1 0,-1-1 0,1 1 0,-1-1 0,0-1 1,-1 1-1,0-1 0,0 0 0,-1 0 0,0-1 0,0 0 1,2-6 70,-6 13 180,-1 2 178,0 0-8,0 5-86,-1 25-317,12 79 329,38-54-3034,-28-46-977</inkml:trace>
  <inkml:trace contextRef="#ctx0" brushRef="#br0" timeOffset="1494.529">1486 454 3265,'0'0'4299,"0"0"-2856,0 0-985,0 0 71,-1 29 41,-7 204 490,8-232-1063,-1 1 0,0 0-1,0 1 0,0-1 1,1 0-1,-1 1 1,0-1-1,1 1 0,0-1 1,0 1-1,-1-1 0,1 0 1,1 1-1,-1-1 1,0 1-1,1-1 0,-1 1 1,1-1-1,-1 1 0,1-1 1,0 0-1,0 0 1,0 1-1,1-1 0,-1 0 1,1 0-1,-1 0 1,1 0-1,-1 0 0,1-1 1,0 1-1,0 0 0,0-1 1,0 1-1,0-1 1,0 0-1,0 0 0,1 0 1,-1 0-1,0 0 0,1 0 1,-1 0-1,0-1 1,1 0-1,-1 1 0,1-1 1,-1 0-1,1 0 0,-1 0 1,1 0 3,88-121-51,-20 37-178,-70 112 542,0 182-425,4-192-2123</inkml:trace>
  <inkml:trace contextRef="#ctx0" brushRef="#br0" timeOffset="1933.873">1837 655 7378,'0'0'1185,"0"0"-713,0 0-234,0 0-2,0 0 66,0 0 5,22 6 16,69 19-112,-87-25-207,0 0 1,-1-1 0,1 1 0,0-1-1,0 0 1,0 0 0,0 0-1,-1 0 1,1-1 0,0 1 0,-1-1-1,1 0 1,-1 0 0,0 0 0,0-1-1,0 1 1,0-1 0,0 1 0,0-1-1,-1 0 1,1 0 0,-1-1-1,0 1 1,0 0 0,0-1 0,0 1-1,-1-1 1,1 0 0,-1 1 0,0-1-1,0 0 1,-1 0 0,1 0 0,-1 0-1,0 0 1,1 0 0,-2 1-1,1-1 1,0 0 0,-1 0 0,0 0-1,0 0 1,0 0 0,0 1 0,-1-1-1,1 1 1,-1-1 0,0 1 0,0-1-1,0 1 1,-3-2-5,1 1 12,0 0 0,-1 1 0,0-1 0,1 1 0,-1 0 0,-1 1 0,1-1 0,0 1 0,-1 0 0,1 1 0,-1-1 1,1 1-1,-1 0 0,0 0 0,0 1 0,1-1 0,-1 2 0,0-1 0,0 0 0,1 1 0,-1 0 0,0 0 0,1 1 0,-1 0 0,1 0 0,0 0 0,-1 0 0,1 1 0,0 0 0,0 0 0,1 0 0,-4 3-12,3 0 49,0 0 0,1 0-1,-1 1 1,1-1-1,0 1 1,1 0 0,0 0-1,0 0 1,0 0-1,1 1 1,0-1-1,0 1 1,1-1 0,0 1-1,1 0 1,-1-1-1,2 1 1,-1 0 0,1 0-1,0-1 1,0 1-1,1-1 1,0 1 0,0-1-1,1 0 1,0 0-1,1 0 1,-1 0-1,1 0 1,3 3-49,3-3-22,0-1 1,0 0-1,0-1 0,1 0 0,0 0 1,0-1-1,1 0 0,-1-1 0,1-1 1,-1 0-1,1 0 0,0-1 1,0-1-1,9 0 22,99-18-3334,-62-5-2787</inkml:trace>
  <inkml:trace contextRef="#ctx0" brushRef="#br0" timeOffset="2419.062">2164 574 7194,'0'0'1064,"0"0"-437,0 0-206,0 0-108,0 0-122,-10 26-88,-23 79-25,32-102-69,1 0 0,0 0 0,0 0 0,0 0 0,1 0 0,-1-1 0,1 1 0,-1 0 0,1 0 0,0 0 0,0-1 0,0 1 0,0-1 0,1 1 0,-1-1 0,1 1 0,0-1-1,-1 0 1,1 1 0,0-1 0,0 0 0,1-1 0,-1 1 0,0 0 0,1 0 0,-1-1 0,0 0 0,1 1 0,0-1 0,-1 0 0,1 0 0,0 0 0,0-1 0,0 1-1,-1-1 1,1 1-9,5 1 23,-1 2-13,-1-1 0,1-1 0,-1 1 0,1-1 0,0 0 1,0-1-1,0 1 0,0-1 0,0-1 0,0 1 0,0-1 1,0-1-1,0 1 0,1-1 0,-1 0 0,-1-1 0,1 0 1,0 0-1,0 0 0,-1-1 0,1 0 0,-1 0 1,0-1-1,0 0 0,0 0 0,0 0 0,-1-1 0,0 1 1,1-1-1,-2-1 0,1 1 0,-1-1 0,0 0 0,0 0 1,2-4-11,8-27 0,-1-1 1,-2 0 0,-2-1-1,-2 0 1,-1 0 0,-2 0-1,-2-1 1,-1 0-1,-4-30 0,2 31-35,-17-113-516,17 147 600,0-1-1,-1 1 1,0 0-1,0-1 1,0 1 0,0 0-1,-1 0 1,0 0-1,0 1 1,0-1 0,-1 1-1,0-1 1,0 1 0,0 0-1,0 1 1,0-1-1,-1 1 1,0 0 0,1 0-1,-1 0 1,0 1 0,-1-1-1,1 1 1,0 0-1,-4 0-48,5 3 45,-1 1 0,1-1 0,-1 1-1,1 0 1,0 0 0,0 0 0,0 1-1,0 0 1,0 0 0,0 0 0,1 0-1,-1 0 1,1 1 0,0-1 0,0 1-1,0 0 1,1 0 0,0 0-1,-1 0 1,1 0 0,0 1 0,1-1-1,-1 1 1,1-1 0,0 1 0,0 0-1,1-1 1,-1 1 0,1 0 0,0-1-1,0 5-44,-5 20 55,0 1-1,2 1 1,1-1 0,1 0-1,2 1 1,1-1-1,1 0 1,2 0-1,1 0 1,1-1-1,2 0 1,1 0-1,1-1 1,1 0 0,1-1-1,2 0 1,1-1-1,1-1 1,1-1-1,4 4-54,-16-22-88,-1 0-1,1 0 1,0-1-1,1 0 1,-1 0 0,1-1-1,0 1 1,0-1-1,0-1 1,1 0-1,-1 0 1,1 0-1,0-1 1,0 0-1,0 0 1,0-1-1,0 0 1,0-1-1,0 0 1,0 0 0,0 0-1,0-1 1,0-1-1,0 1 1,0-1-1,0 0 1,0-1-1,-1 0 1,1 0-1,4-3 89,12-20-3860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2:57:58.6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2 752 6105,'0'0'1718,"0"0"-634,0 0-76,0 0 78,0 0-43,0 0-111,-1-3-96,30-98 471,235-547-1650,-259 678 274,11 106 125,5-1 0,31 106-56,-35-159-345,-13-29-3007,-6-43 969,-8-4-595</inkml:trace>
  <inkml:trace contextRef="#ctx0" brushRef="#br0" timeOffset="280.547">142 346 7194,'0'0'1944,"0"0"-1296,0 0-520,0 0 344,0 0 168,0 0-240,0 0-184,196 26-95,-119-26-121,-11-8-641,-10-10-2023</inkml:trace>
  <inkml:trace contextRef="#ctx0" brushRef="#br0" timeOffset="587.646">825 102 6673,'0'0'1185,"0"0"-473,0 0 253,0 0-8,0 0-177,0 0-43,-12-6-57,5 2-608,5 2-62,0 0-1,-1 1 1,1-1 0,-1 1 0,1-1-1,-1 1 1,0 0 0,1 0 0,-1 0 0,0 0-1,0 1 1,0-1 0,1 1 0,-1 0 0,0-1-1,0 1 1,0 1 0,0-1 0,0 0-1,0 1 1,0-1 0,1 1 0,-1 0 0,0 0-1,0 0 1,1 0 0,-1 1 0,1-1 0,-1 1-1,1-1 1,-2 3-10,-3 1 9,1 1-1,0 0 0,0 0 1,1 1-1,0 0 0,0 0 1,0 0-1,1 1 1,0-1-1,1 1 0,0 0 1,0 0-1,0 0 0,1 1 1,0-1-1,1 0 1,0 1-1,0-1 0,1 1 1,0 0-1,0-1 0,1 1 1,0-1-1,1 1 1,0-1-1,0 0 0,1 0 1,0 0-1,0 0 0,1 0 1,0-1-1,1 2-8,14 14 56,-11-16-8,0 1 0,0 0 0,0 0 0,-1 1-1,-1 0 1,1 0 0,-1 1 0,-1 0 0,0 0 0,0 0 0,-1 1 0,-1-1 0,1 1 0,-2 0 0,0 0 0,0 0 0,0 0 0,-2 0 0,1 1 0,-2-1 0,0 10-48,-3-15 51,0 0-1,-1-1 1,1 1-1,-1-1 1,0-1-1,0 1 1,0-1-1,-1 0 1,0 0-1,0 0 1,0-1-1,0 1 1,0-2-1,-1 1 1,1-1-1,-1 0 1,1 0-1,-1-1 1,0 0-1,0 0 1,0 0-1,0-1 1,0 0-1,0-1-50,3 0-2734,-2-8-4178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2:58:25.5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6 304,'0'0'3853,"0"0"-2371,0 0-910,0 0-42,0 0 243,0 0-75,0-6 1031,-1 11-1688,1 0 0,-1 0 1,1-1-1,0 1 0,0 0 0,1 0 0,-1-1 1,1 1-1,0 0 0,0-1 0,1 1 1,-1 0-1,1-1 0,0 0 0,0 1 1,1-1-1,-1 0 0,1 0 0,0-1 1,0 1-1,0 0 0,1-1 0,-1 0 0,1 0 1,0 0-1,0 0 0,0 0 0,0-1 1,0 0-1,0 0 0,1 0 0,-1 0 1,1-1-1,0 0 0,-1 0 0,1 0 1,0 0-1,-1-1-41,-1 0 12,0-1 0,0 0 1,-1 0-1,1 0 0,0-1 0,-1 1 1,0 0-1,1-1 0,-1 0 0,0 0 1,1 1-1,-1-1 0,0 0 1,-1-1-1,1 1 0,0 0 0,-1-1 1,1 1-1,-1-1 0,1 1 0,-1-1 1,0 1-1,0-1 0,-1 0 1,1 0-1,0 1 0,-1-1 0,0 0 1,1 0-1,-1 0 0,0 0 0,-1 0 1,1 1-1,0-1 0,-1 0 0,0 0 1,1 0-1,-1 1 0,0-1 1,-1 0-13,0 1-1,0-1 0,0 1 1,0 1-1,0-1 0,0 0 0,0 0 1,0 1-1,-1 0 0,1-1 1,-1 1-1,1 0 0,-1 0 1,1 0-1,-1 0 0,0 1 1,0-1-1,1 1 0,-1 0 1,0-1-1,0 1 0,1 1 1,-1-1-1,0 0 0,0 1 0,1-1 1,-1 1-1,0 0 0,1-1 1,-1 2-1,1-1 0,-1 0 1,1 0-1,0 1 0,-1-1 1,1 1-1,0 0 0,-2 1 1,4-1 8,0 0 0,0 1 0,1-1 0,-1 0 0,0 0 0,1 0 0,-1 1 0,1-1 0,0 0 0,0 0 0,0 0 0,0 0 0,0 0 0,0 0 0,0 0 0,0-1 0,1 1 0,-1 0 0,1-1 0,0 1 0,-1-1 0,1 1 0,0-1 0,0 0-1,0 0 1,0 0 0,0 0 0,0 0 0,0 0 0,0 0 0,0-1 0,0 1 0,1-1 0,-1 0 0,0 1 0,0-1 0,1 0 0,-1 0 0,0-1 0,0 1 0,0 0 0,2-1-8,-3-33 1000,-1 33-1045,0 0-1,0 0 0,0-1 1,0 1-1,-1 0 0,1 0 1,0 0-1,-1 0 1,1 0-1,0 0 0,-1 0 1,0 0-1,1 0 1,-1 0-1,1 0 0,-1 0 1,0 0-1,0 0 0,1 0 1,-1 1-1,0-1 1,0 0-1,0 0 0,0 1 1,0-1-1,0 1 0,0-1 1,0 1-1,0-1 1,0 1-1,-1 0 0,1 0 1,0-1-1,0 1 1,0 0-1,0 0 0,0 0 1,-1 0-1,1 0 0,0 0 1,0 1-1,0-1 1,0 0-1,0 1 0,0-1 1,0 0-1,0 1 1,0-1-1,0 1 0,0 0 1,0-1-1,0 1 0,0 0 1,0 0-1,0-1 1,0 1-1,1 0 0,-1 0 1,0 0-1,1 0 0,-1 0 1,1 0-1,-1 1 46,-17 16-4353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2:58:26.41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51 5097,'0'0'1656,"0"0"-687,0 0-609,0 0-232,0 0 152,0 0 280,0 0-48,36 27-56,-21-3-88,-3 0-112,2 2-144,-2-1-48,0-4-64,3-2 0,-3-9-872,0-4-1192,-3-6-2633</inkml:trace>
  <inkml:trace contextRef="#ctx0" brushRef="#br0" timeOffset="244.548">0 51 96,'137'-51'6329,"-137"51"-4696,0 0-905,0 5-384,0 3 168,0 6-128,0 2-96,0 3-80,0 2-96,12 0-64,3 1-48,26-1-72,-5-2-1008,2-8-2169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2:58:29.1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184 54 4641,'0'0'1360,"0"0"-624,0 0-71,0 0 399,-130 147-304,106-115-376,6-3-208,9-7-120,6-9-56,3-13-568,3 0-1713</inkml:trace>
  <inkml:trace contextRef="#ctx0" brushRef="#br0" timeOffset="254.192">362 0 7362,'0'0'2168,"0"0"-1280,0 0-192,0 0 233,0 0-289,-89 153-320,69-119-144,-1-1-96,9-7-80,6-2-16,6-8-1344,0-10-2657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2:58:31.21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60 22 3817,'0'0'1215,"0"0"-471,0 0-191,0 0 25,0 0 275,0 0 25,-4-3-43,-13-15 900,17 17-1014,0 1-150,0 0-144,0 0-159,0 12-33,-35 414 1524,32-362-1650,36-118-169,24-45-313,4 3 1,5 3-1,18-16 373,-48 78-108,-35 61 98,-45 240 691,77-279-700,114-172-846,-146 180 880,-42 193 889,28-10-692,28-164-2150,-3-17-2388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2:58:31.8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15 118 3185,'0'0'1252,"0"0"110,0 0-229,0 0-91,0 0-81,0 0-258,-15-6 655,59 133 1034,-32-96-2226,43 64 59,-54-94-333,0-1 0,0 1 0,0-1 0,0 1 1,0-1-1,0 0 0,0 0 0,0 1 0,0-1 0,0 0 0,0 0 0,0 0 0,0 0 1,0 0-1,0-1 0,0 1 0,0 0 0,0 0 0,0-1 0,0 1 0,0 0 1,0-1-1,0 1 0,0-1 0,0 0 0,0 1 0,0-1 0,0 0 0,-1 1 1,1-1-1,0 0 0,0 0 0,-1 0 0,1 0 0,-1 1 0,1-1 0,-1 0 0,1 0 1,-1 0-1,1 0 0,-1 0 0,0 0 0,0-1 0,1 1 0,-1 0 0,0 0 1,0 0 107,7-30-6196</inkml:trace>
  <inkml:trace contextRef="#ctx0" brushRef="#br0" timeOffset="259.68">15 118 6649</inkml:trace>
  <inkml:trace contextRef="#ctx0" brushRef="#br0" timeOffset="260.68">15 118 6649,'199'-93'1905,"-196"98"-1209,3 6-496,6 5 368,6 2 216,3 6-272,5 3-272,1 0-144,0 5-72,-1-3-24,7 6-280,-6-11-1480,-6-10-5642</inkml:trace>
  <inkml:trace contextRef="#ctx0" brushRef="#br0" timeOffset="1580.033">51 30 2737,'0'0'1267,"0"0"-258,0 0-127,0 0-38,0 0 161,0 0-68,0 0-173,-3-5 95,-15-19 742,18 24-943,0 0-254,0 0-212,2 15-193,0 1 1,2 0-1,0-1 1,0 0-1,2 0 1,-1 0 0,2-1-1,0 0 1,1 0-1,0 0 1,1-1-1,1-1 1,0 1-1,1-2 1,0 1-1,0-1 1,8 4 0,26 14-3326,-29-22-874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2:58:35.23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253 0 4233,'0'0'968,"0"0"-424,0 0 0,0 0 32,0 0 185,-125 145-321,98-113-136,0-3-112,4 0-72,2-4-120,6-4 0,6-8-840,3-7-1401</inkml:trace>
  <inkml:trace contextRef="#ctx0" brushRef="#br0" timeOffset="364.474">407 67 3409,'0'0'3921,"0"0"-2225,0 0-656,0 0 400,0 0-359,0 0-577,0 0-296,-56 56-104,23-21-32,-3 10-24,-5 9-40,-19 26-8,13-10-1160,2-14-4177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2:58:47.12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25 212 4241,'0'0'1920,"0"0"-383,0 0-290,0 0 76,0 0-185,-5-7-264,-15-22-250,43 24 956,179 67-2552,-166-62-1351,-8 0-2473</inkml:trace>
  <inkml:trace contextRef="#ctx0" brushRef="#br0" timeOffset="260.14">182 1 6993,'0'0'1473,"0"0"-633,0 0-152,0 0 88,0 0 0,0 0-279,0 0-225,63 40-8,-39-16-144,5 2-120,1 1 0,18 0-360,-10-8-1777,-8-9-7937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2:58:51.2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9538,'0'0'1848,"0"0"-1487,0 0-305,0 0-48,0 0-8,0 0-1281,0 0-4416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2:58:51.78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 51 4825,'0'0'2263,"0"0"-560,0 0-225,0 0-217,0 0-188,0 0-261,0-4 360,-23 213-642,22-192-781,2 19 487,13-26-4504,-8-10-1349</inkml:trace>
  <inkml:trace contextRef="#ctx0" brushRef="#br0" timeOffset="275.431">263 1 2561,'0'0'6249,"0"0"-4537,0 0-720,0 0-55,0 0-257,0 0-336,-47 149-96,35-95-120,0-1-128,3-5 0,6-7 0,0-7-480,0-12-1569,0-14-5064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2:58:48.63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1 818 5449,'0'0'1599,"0"0"-589,0 0-434,0 0-164,0 0-71,0 0 209,9 8 70,8 7-337,-1 0 0,0 2 1,-1 0-1,-1 0 0,-1 1 0,-1 1 1,0 0-1,6 15-283,5 17 253,-18-106-86,-4 24-227,2-1 1,2 0 0,0 1-1,3-1 1,0 2-1,2-1 1,8-17 59,-16 46 1,0 0 0,-1 0 0,1 0 1,0 0-1,0 1 0,0-1 0,1 1 1,-1-1-1,0 1 0,1 0 0,-1-1 1,0 1-1,1 1 0,-1-1 0,1 0 1,0 0-1,-1 1 0,1 0 0,-1-1 1,1 1-1,0 0 0,-1 0 0,1 1 1,0-1-1,-1 1 0,1-1 0,0 1 0,-1 0 1,1-1-1,-1 2 0,0-1 0,1 0 1,-1 0-1,0 1 0,0-1 0,1 1 1,-1-1-1,0 1 0,-1 0 0,1 0 1,0 0-1,0 0 0,-1 0 0,1 1 1,-1-1-1,0 0 0,0 1 0,0-1 1,0 1-1,0-1 0,0 1 0,-1-1 0,1 1 1,-1 0-1,0-1 0,0 1 0,0 1-1,15 94 755,-15-97-684,4-24-94,-3 14 3,0 0 0,1 0-1,0 0 1,0 1 0,1-1 0,0 0-1,1 1 1,0 0 0,0 0-1,1 0 1,0 1 0,0-1-1,0 1 1,1 0 0,1 1 0,-1-1-1,1 1 1,0 0 0,0 1-1,0 0 1,1 0 0,0 0 0,0 1-1,0 1 1,1-1 0,-1 1-1,1 1 1,5-2 20,-10 7 6,0 0-1,-1 0 1,0 1-1,0-1 1,0 1-1,0 0 1,0 0 0,-1 0-1,0 0 1,0 0-1,0 1 1,0-1-1,-1 0 1,1 1-1,-1-1 1,0 1 0,-1 0-1,1-1 1,-1 1-1,0 0 1,0 0-1,0 2-5,0-2 6,10 96-51,4-92-3472,-8-9-1788</inkml:trace>
  <inkml:trace contextRef="#ctx0" brushRef="#br0" timeOffset="366.405">690 578 5825,'0'0'1414,"0"0"-717,0 0-401,0 0 24,0 0 14,0 0-49,7 18-133,-3-6-127,0 4-3,2-1 0,0 0 0,0 0 0,1-1 0,1 0 0,1 0 0,0-1 0,0 0-1,2 0 1,1 1-22,-9-11 34,0 1-1,1-1 0,-1 0 1,0 0-1,1-1 1,0 1-1,0-1 0,0 0 1,0 0-1,0 0 0,0 0 1,0-1-1,0 1 1,1-1-1,-1 0 0,1-1 1,-1 1-1,1-1 0,-1 0 1,1 0-1,-1 0 0,1-1 1,-1 1-1,0-1 1,1 0-1,-1 0 0,0-1 1,1 1-1,-1-1 0,0 0 1,0 0-1,0-1 1,-1 1-1,1-1 0,0 0 1,-1 0-1,0 0 0,0 0 1,0 0-1,0-1 0,0 1 1,-1-1-1,1 0 1,-1 0-1,0 0 0,0 0 1,-1 0-1,1-1 0,0-2-33,1-9 127,-2 0 1,0 1-1,0-1 0,-1 0 0,-1 0 0,-1 1 0,0-1 0,-1 1 0,-1-1 0,0 1 1,-1 0-1,-1 0 0,-1-1-127,5 10 172,0 0-3140,2 6-1122</inkml:trace>
  <inkml:trace contextRef="#ctx0" brushRef="#br0" timeOffset="939.053">1138 623 6481,'0'0'1397,"0"0"-717,0 0-297,0 0-69,0 0 12,0 0-128,-2-23-106,-10-150 71,11 171-146,1-1 1,-1 1-1,1 0 0,0 0 0,0 0 1,0-1-1,0 1 0,0 0 0,0 0 0,1 0 1,-1-1-1,1 1 0,-1 0 0,1 0 1,0 0-1,0 0 0,0 0 0,0 0 1,0 0-1,0 0 0,1 1 0,-1-1 0,0 0 1,1 1-1,0-1 0,-1 1 0,1-1 1,0 1-1,0 0 0,0 0 0,0 0 1,0 0-1,0 0 0,0 0 0,0 0 1,0 1-1,0-1 0,0 1 0,0 0 0,1-1 1,-1 1-1,0 0 0,0 0 0,0 0 1,1 1-1,-1-1 0,0 1 0,0-1 1,0 1-1,0-1 0,0 1 0,0 0 0,0 0 1,0 0-1,0 0 0,0 1 0,0-1 1,0 0-1,-1 1 0,1-1 0,-1 1 1,1 0-1,-1-1 0,1 1-17,25 96 864,-27-97-672,0-1 30,0-31-68,1 22-202,-1-1 0,2 1-1,-1-1 1,1 1 0,1 0 0,0 0-1,0 0 1,0 0 0,1 1-1,1-1 1,0 1 0,0 0 0,0 0-1,1 0 1,0 1 0,0 0-1,1 0 1,0 1 0,5-4 48,-10 9 3,-1 0 1,1 0 0,-1 0-1,1 1 1,0-1-1,-1 0 1,1 1 0,0-1-1,-1 1 1,1 0-1,0-1 1,0 1 0,-1 0-1,1 0 1,0 0-1,0 0 1,-1 1-1,1-1 1,0 0 0,0 1-1,-1-1 1,1 1-1,0 0 1,-1-1 0,1 1-1,-1 0 1,1 0-1,-1 0 1,1 0 0,-1 0-1,0 0 1,0 1-1,1-1 1,-1 0 0,0 1-1,0-1 1,0 1-1,0-1 1,0 1 0,-1-1-1,1 1 1,0-1-1,-1 1 1,1 0-1,-1 0 1,0-1 0,1 3-4,11 95 610,-12-85-562,0 0-169,0-12 90,-1-1 0,0 1 1,0 0-1,1 0 1,-1 0-1,1 0 1,0 0-1,-1 0 1,1 0-1,0-1 0,0 1 1,0 0-1,1 0 1,-1 0-1,0 0 1,1 0-1,-1 0 0,1 0 1,0 0-1,-1-1 1,1 1-1,0 0 1,0-1-1,0 1 1,0 0-1,1-1 0,-1 1 1,0-1-1,1 0 1,-1 1-1,1-1 1,-1 0-1,1 0 1,-1 0-1,1 0 0,0 0 1,0 0-1,-1-1 1,1 1-1,0 0 1,0-1-1,0 1 0,0-1 1,0 0-1,1 0 31,9-6-2732</inkml:trace>
  <inkml:trace contextRef="#ctx0" brushRef="#br0" timeOffset="2164.049">1533 155 4241,'0'0'1759,"0"0"-560,0 0-227,0 0-262,0 0-348,0-1-238,0-4-100,0 3 88,0 2 260,0 0 141,0 0-171,0 0-126,0 0-98,0 0-81,0 0 22,0 0 1,0 0-7,0 0-25,0 0 23,0 0-21,0 0 26,0 0-16,0 0 68,0 0 14,0 0-6,0 0 61,0 0-57,0 0-56,0 0-21,0 0-28,0 0-5,0 0 17,0 0 40,0 0 78,0 0 31,0 0-92,0 0-65,0 13 15,21 233 821,-8-274-224,-5-19-888,3 0-1,2 0 1,2 1 0,2 1-1,2 0 1,4-4 257,-23 49 4,0-1 0,1 0 0,-1 0 0,0 0 1,1 0-1,-1 0 0,0 1 0,1-1 0,-1 0 0,1 0 1,0 1-1,-1-1 0,1 0 0,-1 1 0,1-1 0,0 1 1,0-1-1,-1 0 0,1 1 0,0 0 0,0-1 0,0 1 0,-1-1 1,1 1-1,0 0 0,0 0 0,0 0 0,0-1 0,0 1 1,0 0-1,0 0 0,-1 0 0,1 0 0,0 0 0,0 1 1,0-1-1,0 0 0,0 0 0,0 0 0,0 1 0,-1-1 1,1 1-1,0-1 0,0 0 0,-1 1 0,1 0 0,0-1 1,0 1-1,-1-1 0,1 1 0,-1 0 0,1-1 0,0 1 1,-1 0-1,1 0 0,-1-1 0,0 1 0,1 0 0,-1 0 1,0 0-1,1 0 0,-1 0 0,0-1 0,0 1 0,0 0 1,0 0-1,0 0 0,0 0 0,0 1-4,15 65 485,-12 23-41,-3-89-364,0-1-19,19-27-69,-15 15-67,1 1-1,0 0 1,1 0-1,0 0 1,1 1-1,0 0 1,1 1-1,0-1 1,0 1-1,1 1 1,0 0-1,1 0 1,7-5 75,-15 13 4,-1-1 1,0 1 0,1-1-1,-1 1 1,1 0 0,0-1 0,-1 1-1,1 0 1,-1 0 0,1 0-1,-1 0 1,1 1 0,-1-1-1,1 0 1,-1 1 0,1-1-1,-1 1 1,1-1 0,-1 1-1,0 0 1,1-1 0,-1 1-1,0 0 1,1 0 0,-1 0-1,0 0 1,0 0 0,0 0-1,0 0 1,0 1 0,0-1-1,0 0 1,-1 0 0,1 1-1,0-1 1,-1 1 0,1-1-1,-1 0 1,1 1 0,-1-1-1,0 1 1,1 0 0,-1-1-5,14 83 404,-13-65-400,6 49-116,-2-66-2547,-5-2-1132</inkml:trace>
  <inkml:trace contextRef="#ctx0" brushRef="#br0" timeOffset="2435.94">2021 0 7514,'0'0'1328,"0"0"-664,0 0 320,0 0-232,0 0-352,0 0-231,11 161-49,-5-135-64,0-4-40,-6-6 40,3-5-56,-3-3 0,0-8-160,0 0-721,0-3-1719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2:58:54.4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 19 8434,'0'0'1912,"0"0"-1096,0 0 17,0 0 207,0 0-400,0 0-384,-9-8-256,9 14 8,0 18-8,0 8 88,9 5-8,0 3 0,3 0-40,0 0-32,0-5-16,9 3-400,-3-14-1224,-4-11-2825</inkml:trace>
  <inkml:trace contextRef="#ctx0" brushRef="#br0" timeOffset="263.455">202 0 7394,'0'0'1720,"0"0"-192,0 0-784,0 0-383,0 0-33,0 0-64,0 0-120,-3 107-136,12-69 64,6 2-72,6 13-192,-6-7-1001,-3-11-1951</inkml:trace>
  <inkml:trace contextRef="#ctx0" brushRef="#br0" timeOffset="975.641">387 316 6313,'0'0'1697,"0"0"-836,0 0-426,0 0 53,0 0 58,0 0 180,0 20-112,0 184 537,0-156-842,15-54-264,94-152-253,-3 15-573,-104 144 814,0 0 0,-1 1 0,1-1 0,0 1 0,-1-1 0,1 1 0,-1 0 0,1 0-1,-1 0 1,0-1 0,0 1 0,0 0 0,0 1 0,0-1 0,0 0 0,-1 0 0,1 0 0,-1 0 0,1 1 0,-1-1 0,0 0 0,0 0 0,0 1 0,0-1 0,0 0 0,-1 0 0,1 1-1,0-1 1,-1 0 0,0 0 0,0 0 0,0 0 0,1 0 0,-3 2-33,3 8 82,-14 124 387,99-218-1811,-74 71 1147,-6 5 70,-1 0 0,2 0-1,-1 1 1,0-1 0,1 1-1,0 1 1,0-1 0,1 1-1,-1 0 1,1 0 0,0 1-1,0 0 1,0 0 0,0 1-1,7-2 126,-11 59 1575,-45 91-98,2-14-3671,39-122-2032</inkml:trace>
  <inkml:trace contextRef="#ctx0" brushRef="#br0" timeOffset="1317.632">927 399 6281,'0'0'1262,"0"0"-675,0 0-390,0 0-62,0 0 226,0 0 338,0 17-223,0 246 59,0-262-505,0 1 0,0-1 0,0 1-1,0-1 1,0 0 0,0 1 0,0-1 0,1 1 0,-1-1 0,1 1-1,-1-1 1,1 0 0,-1 1 0,1-1 0,0 0 0,-1 1 0,1-1-1,0 0 1,0 0 0,0 0 0,0 0 0,0 0 0,0 0 0,1 0-1,-1 0 1,0 0 0,0-1 0,1 1 0,-1 0 0,0-1 0,1 1-1,-1-1 1,0 1 0,1-1 0,-1 0 0,1 0 0,-1 1 0,1-1 0,-1 0-1,1 0 1,-1-1 0,1 1 0,-1 0 0,1 0 0,-1-1 0,0 1-1,1-1 1,-1 1 0,0-1 0,1 1 0,-1-1 0,0 0 0,0 0-1,1 0 1,-1 0 0,0 0 0,0 0 0,0 0 0,0 0 0,0 0-1,0 0 1,-1-1 0,1 1 0,0 0 0,-1 0 0,1-1 0,0 1-1,-1-1 1,1 0-30,11-15-43,-1-1 0,-1-1 0,0 0 0,-1 0 0,-1-1 0,-1 0 0,-1 0-1,-1-1 1,-1 0 0,0 0 0,-2 0 0,1-18 43,-3 38-2402</inkml:trace>
  <inkml:trace contextRef="#ctx0" brushRef="#br0" timeOffset="1979.643">1257 316 6281,'0'0'2157,"0"0"-878,0 0-626,0 0 167,0 0 146,0 24-250,-9 187 300,-9-88-464,27-133-509,227-222-2650,-236 232 2624,1 0-1,0 0 1,-1 0 0,1 1 0,0-1 0,-1 0-1,1 0 1,0 0 0,-1 1 0,1-1-1,0 0 1,-1 0 0,1 1 0,-1-1 0,1 1-1,-1-1 1,1 1 0,-1-1 0,1 1-1,-1-1 1,1 1 0,-1-1 0,0 1 0,1-1-1,-1 1 1,0-1 0,0 1 0,1 0-1,-1-1 1,0 1 0,0 0 0,0-1 0,0 1-1,0 0 1,0-1 0,0 1 0,0 0-1,0-1 1,0 1 0,0 0 0,0-1 0,0 1-1,0 0 1,-1-1 0,1 1 0,0-1-1,0 1 1,-1 0 0,1-1 0,-1 1 0,1-1-1,0 1 1,-1-1 0,1 1 0,-1-1-1,1 1 1,-1-1-17,1 1 16,-64 179 640,87-196-1612,-7 1 947,-8 6-166,0 0 1,0 1-1,1 1 0,0-1 1,1 1-1,0 1 1,0 0-1,0 0 0,1 1 1,-1 0-1,1 1 0,1 0 1,4 0 174,-12 61 1576,-10 51-115,0 0-5177,6-101-2313</inkml:trace>
  <inkml:trace contextRef="#ctx0" brushRef="#br0" timeOffset="2659.939">1836 514 8026,'0'0'1752,"0"0"-737,0 0-552,0 0-30,0 0 265,0 0-144,-1 25-176,-7 83-85,-36 39 674,173-319-3187,-48 109 1577,-65 131 1270,-18 116 677,113-328-2506,-55 93 733,-55 50 558,-1 22 959,-27 252 377,26-265-1779,-3 23 755,7-17-5344,-1-13-1698</inkml:trace>
  <inkml:trace contextRef="#ctx0" brushRef="#br0" timeOffset="2885.799">2306 714 8410,'0'0'1888,"0"0"-680,0 0-479,0 0-121,0 0-72,0 0-280,-33 145-120,30-105-128,0-3 40,0-5-48,0-8-264,-3-10-736,0-9-1625,0-5-4144</inkml:trace>
  <inkml:trace contextRef="#ctx0" brushRef="#br0" timeOffset="3143.165">2383 287 10906,'0'0'1585,"0"0"-1585,0 0-328,0 0-128,0 0-1801</inkml:trace>
  <inkml:trace contextRef="#ctx0" brushRef="#br0" timeOffset="3443.213">2730 305 8586,'0'0'2152,"0"0"-1071,0 0-649,0 0-48,0 0-104,0 0-88,-98 153-64,72-113-112,2-3 64,3-5-16,9-8-64,6-8-200,6-13-1056,0-3-1633,3 0-4041</inkml:trace>
  <inkml:trace contextRef="#ctx0" brushRef="#br0" timeOffset="3649.253">2962 359 9706,'0'0'2465,"0"0"-1161,0 0-568,0 0-360,0 0-216,0 0-160,-128 149 0,81-82-168,-1-5-2072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2:59:01.8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0 1816,'0'0'4397,"0"0"-2584,0 0-990,0 0 87,0 0 31,-4 0-179,153 90 1580,-68-55-2276,2-4-1,1-3 1,1-4-1,1-4 1,1-3-1,1-4 1,0-4-1,0-4 1,1-4-1,51-7-65,-107 6-282,0-2 1,0-1-1,0-2 0,0-1 1,-1-1-1,0-2 0,-1-1 1,0-1-1,8-6 282,-11 0-2479,-21 6-1501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2:59:02.2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3993,'0'0'1976,"0"0"-1096,0 0-303,0 0 453,0 0 181,31 23-42,107 74-288,-125-88-782,1-1 0,1 0 0,-1-1 0,1 0 0,1-2 0,-1 0 0,1 0 0,-1-1 0,1-1 0,0-1 0,10 0-99,-9 0 66,112 6 182,0-5 0,-1-6-1,1-6 1,104-21-248,-183 22-487,0 1-1,1 3 1,-1 2 0,1 3-1,32 4 488,-40 9-3440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2:59:03.9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1 100 3273,'0'0'4498,"0"0"-2595,0 0-1411,0 0-194,0 0 254,23 12 228,-2-1-599,-7-2-68,1-1-1,0 0 0,0-1 1,1-1-1,0-1 1,0 0-1,0-1 1,1 0-1,-1-2 0,4 0-112,127-3 258,0-6-1,-1-7 0,0-6 1,-1-7-1,59-22-257,85-12-4419,-278 58-893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2:59:04.33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65 6729,'0'0'1685,"0"0"-516,0 0-460,0 0-196,0 0-52,0 0 224,28 2 124,464 59 1380,-174-42-1216,243-20-973,-524 0-38,1-2-1,-1-2 1,0-2-1,0-1 1,-1-1-1,0-2 1,0-2-1,0-2 39,29-39-4110,-62 34-2185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3:09:47.8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6225,'0'0'1494,"0"0"-604,0 0-534,0 0 78,0 0 106,0 0-89,6 0-105,543 9 2206,-16 17-2414,-191-8-104,-310-14-36,1-1 0,0-2 0,0-1 0,0-2 0,0-1 0,23-6 2,111-6 992,-197 10-992,2-3-1373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3:09:48.8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102 1 1040,'0'0'1706,"0"0"-147,0 0-17,0 0-97,0 0-253,0 0-77,-19 0-146,-64 1 1354,391 59-1144,417-67-677,-376 25-387,37-18 64,-362 2-179,-1 1 0,0 1 0,0 1 0,0 1 0,-1 1 1,0 1-1,0 1 0,-1 1 0,9 6 0,113 42 26,-142-57-23,0-1-1,0 1 1,0 0 0,0-1 0,0 1 0,0-1 0,0 1 0,0-1 0,0 1 0,0-1 0,0 0 0,0 1 0,0-1 0,0 0 0,0 0 0,0 0 0,0 0 0,0 0 0,0 0 0,1 0 0,-1 0 0,0-1 0,0 1 0,0 0 0,0 0 0,0-1 0,0 1 0,0-1 0,0 1 0,0-1 0,0 0 0,0 1 0,-1-1 0,1 0 0,0 1 0,0-1 0,-1 0 0,1 0 0,0 0 0,-1 0 0,1 0 0,-1 0 0,1 0 0,-1 0 0,1 0 0,-1 0 0,0 0 0,1 0 0,-1 0 0,0 0-3,-3-10-874,-15 3-1459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3:09:49.82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11 3697,'0'0'1476,"0"0"-262,0 0-133,0 0 82,0 0 75,0 0-253,18-2-234,303-7 1030,581 26-1400,-350-2-329,-317-17-29,-79 59 67,59-37-18,-214-20-53,-4 0 36,-43-7-1410,9-5-2446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3:09:43.46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461 80 6433,'0'0'1349,"0"0"-546,0 0-131,0 0 217,0 0-181,-9 15-197,-47 204-172,30-116-234,7-32 71,2 0 0,4 2-1,3-1 1,0 46-176,10-115 0,0 0 0,0-1 1,0 1-1,1 0 0,-1 0 0,1 0 1,0 0-1,0-1 0,0 1 0,0 0 1,0-1-1,0 1 0,1-1 0,-1 1 1,1-1-1,0 0 0,0 0 0,0 1 1,0-1-1,0-1 0,0 1 0,0 0 1,1 0-1,-1-1 0,1 1 0,-1-1 1,1 0-1,-1 0 0,1 0 0,0 0 1,0 0-1,-1-1 0,1 1 0,0-1 1,0 0-1,0 0 0,0 0 0,0 0 1,-1 0-1,1 0 0,0-1 0,0 0 1,2 0-1,15-2 3,0 0 1,0-2 0,0 0-1,-1-1 1,0-1-1,0-1 1,-1-1 0,0 0-1,0-1 1,-1-1 0,-1-1-1,0 0 1,0-1 0,-1-1-1,-1 0 1,0-1-1,-1-1 1,5-8-4,4-34-3537,-27 47-2001</inkml:trace>
  <inkml:trace contextRef="#ctx0" brushRef="#br0" timeOffset="256.921">387 452 6025,'0'0'1321,"0"0"-1033,0 0 176,0 0 568,0 0 16,155-21-432,-114 2-264,1-2-216,-4-1-64,-2 3-72,-12-2-64,-9-3-408,-9 5-576,-6 1-1104</inkml:trace>
  <inkml:trace contextRef="#ctx0" brushRef="#br0" timeOffset="436.244">444 43 5657,'0'0'1200,"0"0"-791,0 0 271,0 0 144,0 0-16,190-35-336,-137 33-280,-2 2-104,5 0-88,-11 2-688,-16 12-2169</inkml:trace>
  <inkml:trace contextRef="#ctx0" brushRef="#br0" timeOffset="636.754">851 214 3993,'0'0'968,"0"0"-416,0 0 120,0 0-16,98 150 145,-66-105-105,1-2-224,-3-3-264,-1-5-88,-5-3-64,-3-5-56,-18 5-176,-3-5-1264,0-9-2833</inkml:trace>
  <inkml:trace contextRef="#ctx0" brushRef="#br0" timeOffset="882.079">839 714 5921,'0'0'1281,"0"0"-897,0 0 376,0 0 224,0 0-32,136-136-376,-91 93-304,-1-5-264,4 0-8,11-19-216,-11 16-1224,-15 8-3041</inkml:trace>
  <inkml:trace contextRef="#ctx0" brushRef="#br0" timeOffset="1972.975">1427 209 4545,'0'0'783,"0"0"-410,0 0-153,0 0 103,0 0 146,0 0 56,-8-2-136,-6-1-250,11 1-86,0 1-1,0 0 0,0 0 1,0 0-1,0 0 1,0 0-1,0 1 0,0-1 1,0 1-1,0 0 0,0 0 1,-1 0-1,1 0 1,0 1-1,0-1 0,0 1 1,0 0-1,0 0 0,0 0 1,0 0-1,0 0 0,0 1 1,1-1-1,-1 1 1,0 0-1,1 0 0,-1 0 1,1 0-53,-6 15 77,1 0 0,0 0 0,2 1-1,0 0 1,1 0 0,0 1 0,2-1 0,0 1 0,1-1 0,1 1 0,1-1 0,1 3-77,-2 15 68,0-34-66,0 1 0,0-1 0,0 0 0,0 0 0,0 1 0,0-1 0,1 0 0,-1 0 1,1 1-1,0-1 0,0 0 0,-1 0 0,1 0 0,0 0 0,1 0 0,-1 0 0,0 0 1,1-1-1,-1 1 0,1 0 0,-1-1 0,1 1 0,0-1 0,0 1 0,-1-1 0,1 0 1,0 0-1,0 0 0,0 0 0,0 0 0,1 0 0,-1 0 0,0-1 0,0 1 0,0-1 1,1 0-1,-1 0 0,0 0 0,1 0 0,-1 0 0,0 0 0,0 0 0,1-1 1,-1 1-1,0-1 0,0 1 0,0-1 0,0 0 0,0 0 0,0 0 0,0 0 0,0-1 1,0 1-3,126-275-1341,-129 277 1339,1-1 0,0 1 0,0 0 0,0 0 0,0 0 0,0 0 0,0-1 0,0 1 0,0 0 0,0 0 0,0 0 0,0 0 0,0-1 0,1 1 0,-1 0 0,0 0 0,1-1 0,-1 1 0,0 0 0,1 0 0,-1-1 0,1 1 0,-1 0 0,1-1 0,-1 1 0,1-1 0,0 1 0,-1-1 0,1 1 0,0-1 0,-1 1 0,1-1 0,0 1 0,0-1 0,-1 0 0,1 0 0,0 1 0,0-1 0,0 0 0,-1 0 0,1 0 0,0 0 0,0 0 0,0 0 0,0 0-1,-1 0 1,1 0 0,0 0 0,0-1 0,0 1 0,-1 0 0,1 0 0,0-1 0,0 1 0,-1 0 0,1-1 0,0 1 0,-1-1 0,1 1 0,0-1 0,-1 0 0,1 1 0,-1-1 0,1 1 0,-1-1 0,1 0 2,4 69 453,-5-68-453,0 194 1413,7-194-1481,93-188-1270,-15 63-580,-84 124 1927,0 1 0,-1-1-1,1 0 1,0 0-1,0 1 1,0-1 0,0 1-1,0-1 1,0 1 0,0-1-1,0 1 1,1-1-1,-1 1 1,0 0 0,0 0-1,0 0 1,0 0 0,0-1-1,1 1 1,-1 1-1,0-1 1,0 0 0,0 0-1,0 0 1,0 1 0,0-1-1,1 0 1,-1 1-1,0-1 1,0 1 0,0 0-1,0-1 1,0 1 0,-1 0-1,1-1 1,0 1 0,0 0-1,0 0 1,-1 0-1,1 0 1,0 0 0,-1 0-1,1 0 1,-1 0 0,1 0-1,-1 0 1,1 0-1,-1 0 1,0 0 0,1 0-1,-1 0 1,0 1 0,0-1-1,0 0-8,13 74 843,-12-65-767,8 214 1687,13-235-1729,104-212-2122,-126 223 2092,1-1 0,-1 0 0,0 1-1,0-1 1,0 1 0,1-1 0,-1 0 0,0 1 0,1-1 0,-1 1 0,1-1 0,-1 1 0,0-1 0,1 1 0,-1-1-1,1 1 1,0 0 0,-1-1 0,1 1 0,-1-1 0,1 1 0,-1 0 0,1 0 0,0-1 0,-1 1 0,1 0 0,0 0-1,-1 0 1,1 0 0,0 0 0,-1 0 0,1 0 0,0 0 0,-1 0 0,1 0 0,-1 0 0,1 0 0,0 1 0,-1-1-1,1 0 1,0 0 0,-1 1 0,1-1 0,-1 0 0,1 1 0,-1-1 0,1 0 0,-1 1 0,1-1 0,-1 1 0,1-1-1,-1 1 1,1-1 0,-1 1 0,0-1 0,1 1 0,-1 0 0,0-1 0,0 1 0,1-1 0,-1 1 0,0 0 0,0-1-1,0 1 1,0 0-4,1 54 645,-2-40-587,-1 122 743,20-144-1014,38-53-412,-52 52 558,2 1 0,-1-1 0,1 1 0,0 0 0,0 1 0,1-1 0,-1 1 1,2 1-1,-1-1 0,0 1 0,1 0 0,0 1 0,0 0 0,1 0 0,-1 1 0,1 0 0,8-2 67,-14 7 77,0 0 0,0 0-1,-1 1 1,0-1 0,1 1 0,-1-1-1,0 1 1,0 0 0,0 0-1,0 0 1,-1 0 0,1 0-1,-1 0 1,0 0 0,0 0-1,0 1 1,0-1 0,-1 0-1,1 1 1,-1-1 0,0 0-1,0 1 1,0-1 0,0 1-1,-1-1 1,1 0 0,-1 1-1,0-1 1,0 0 0,-1 3-77,1 14 297,-20 176-1106,21-190-1962</inkml:trace>
  <inkml:trace contextRef="#ctx0" brushRef="#br0" timeOffset="2200.908">2360 417 7586,'0'0'1576,"0"0"-1056,-21 137-128,9-60 256,6 11 8,0 11-39,3 6-305,0-1-32,-3-3-152,3-10-40,-3-16-80,3-16-8,3-22-200,0-34-721,-3-3-1703,0-16-3905</inkml:trace>
  <inkml:trace contextRef="#ctx0" brushRef="#br0" timeOffset="2495.802">2360 532 5193,'0'0'1079,"0"0"-408,0 0-236,0 0 209,26-18 127,84-57-283,-108 73-461,-1 0 1,1 0-1,0 0 1,0 0 0,1 0-1,-1 1 1,0-1 0,0 1-1,1 0 1,-1 0-1,1 0 1,-1 0 0,1 0-1,0 0 1,-1 0-1,1 1 1,0 0 0,0-1-1,-1 1 1,1 0 0,0 0-1,-1 1 1,1-1-1,0 0 1,0 1 0,-1 0-1,1 0 1,-1 0-1,1 0 1,-1 0 0,1 0-1,-1 0 1,0 1 0,1-1-1,-1 1 1,0 0-1,0 0 1,0 0 0,0 0-1,-1 0 1,1 0-1,0 0 1,-1 0 0,1 1-1,-1-1 1,1 2-28,10 108 1379,-12-107-1333,-5 19 108,0-1 0,-2 0 0,0 0 0,-2-1 1,0 0-1,-1-1 0,-2 1 0,0-2 0,-1 0 0,-1-1 0,-1 0 0,0-1 1,-2 0-1,-4 3-154,-9 3-84,20-50-2449,10-10-2047</inkml:trace>
  <inkml:trace contextRef="#ctx0" brushRef="#br0" timeOffset="2740.667">2802 0 936,'0'0'7418,"0"0"-6026,0 0-1008,0 0 8,0 158 328,0-89-119,-6 12-65,3-1-224,-3 0 40,0-8-128,3-10-136,0-11-80,3-14-8,0-10-64,0-11-1424,9-14-3306</inkml:trace>
  <inkml:trace contextRef="#ctx0" brushRef="#br0" timeOffset="3141.556">2924 591 8466,'0'0'1481,"0"0"-870,0 0-204,0 0 233,0 0 58,0 0-214,32 7-232,101 16-56,-127-23-187,-1 1 0,0-1 0,1-1-1,-1 1 1,0-1 0,1 0 0,-1 0 0,0 0 0,0-1 0,0 0 0,0 0 0,0 0 0,0 0-1,0-1 1,-1 0 0,0 0 0,1 0 0,-1-1 0,0 1 0,0-1 0,-1 0 0,1 0 0,-1 0 0,0-1-1,0 1 1,0-1 0,0-2-9,-1 4 9,1 0-17,0 0 0,-1 0-1,1-1 1,-1 1 0,0-1 0,0 0-1,0 0 1,-1 0 0,1 0 0,-1 0-1,0 0 1,0 0 0,-1 0 0,1 0-1,-1 0 1,1-1 0,-2 1 0,1 0-1,0 0 1,-1 0 0,1-1 0,-1 1-1,-1 0 1,1 0 0,0 0 0,-1 0-1,0 1 1,0-1 0,0 0 0,0 1 0,-1-1-1,1 1 1,-1 0 0,0 0 0,0 0-1,0 0 1,0 0 0,0 1 0,-1-1-1,0 1 1,1 0 0,-1 0 0,0 0-1,0 1 1,0-1 0,0 1 0,0 0-1,0 0 1,0 0 0,0 1 0,0-1-1,-1 1 1,1 0 0,-2 1 8,-1-1 3,-1 0 0,1 1 0,-1 0 0,1 0 0,0 1 0,0-1 0,0 2 0,0-1 0,0 1 0,0 0 0,1 1 0,0-1-1,-1 1 1,1 1 0,0-1 0,1 1 0,-1 0 0,1 0 0,0 0 0,0 1 0,1 0 0,0 0 0,0 0 0,0 1 0,1-1 0,0 1 0,0 0 0,0 0 0,1 2-3,-6 12 81,2 1-1,1 0 1,1 1 0,1-1-1,0 1 1,2-1 0,1 1-1,1 0 1,1 3-81,-1-18 24,0 0 1,1 0 0,0-1-1,1 1 1,-1 0-1,1-1 1,1 0-1,0 1 1,0-1-1,0-1 1,1 1-1,0-1 1,0 1-1,0-1 1,1-1-1,0 1 1,0-1-1,1 0 1,-1-1-1,1 1 1,0-1-1,0-1 1,0 1-1,1-1 1,-1 0-1,1-1 1,0 0-1,0 0 1,7 0-25,7 2 2,1-1 1,-1-1-1,1-1 1,0-1-1,-1-2 1,1 0 0,-1-1-1,1-1 1,-1-1-1,1-1-2,63-29-763,-15-5-1074</inkml:trace>
  <inkml:trace contextRef="#ctx0" brushRef="#br0" timeOffset="7276.666">1 1393 7218,'0'0'1288,"0"0"-649,0 0 111,31 0 291,204 0 452,271-16-195,682-11-519,-1038 23-776,344-32 3,-443 26 7,1 3 0,0 2 0,0 3-1,0 1 1,50 7-13,188 22 335,-342-26-1751,7-2-4888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3:12:51.8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315 180 1664,'0'0'1637,"0"0"-146,0 0-179,0 0-130,0 0-130,0 0-63,-4-23-167,-16-119 954,11 138-464,3 31-1211,-9 71 27,-4 0 0,-5-1 1,-4-2-1,-10 16-128,37-109-14,0-1 7,0 1 0,0-1 1,0 1-1,0 0 0,0-1 0,1 1 0,-1 0 0,0 0 0,1-1 1,-1 1-1,1 0 0,0 0 0,0 0 0,0 0 0,0 0 0,0-1 1,0 1-1,0 0 0,0 0 0,1 0 0,-1 0 0,1-1 0,0 1 0,-1 0 1,1 0-1,0-1 0,0 1 0,0-1 0,0 1 0,0-1 0,0 1 1,2 0 6,71-34-2868,-36 1-1361</inkml:trace>
  <inkml:trace contextRef="#ctx0" brushRef="#br0" timeOffset="293.777">0 1 5129,'0'0'1696,"0"0"-1231,0 0 31,0 0 624,0 0-192,199 5 56,-122-5-424,1 0 41,-7 0-169,-15 0-232,-17-2-192,-12-1 72,-15 3-32,-7 0 8,-5 0-56,0 0-680,-11 0-1305,-7 3-1912</inkml:trace>
  <inkml:trace contextRef="#ctx0" brushRef="#br0" timeOffset="878.41">374 164 4705,'0'0'1851,"0"0"-352,0 0-337,0 0-465,0 0-385,5 8-213,13 33 29,-2 1-1,-2 1 1,-2 0 0,-2 0 0,-1 2-1,-3-1 1,-1 1 0,-2 2-128,6 33 39,-11-95 55,1 1 0,0 0 0,1-1 0,1 1 0,0-1 0,1 1 0,1 0-1,0 0 1,1 0 0,0 0 0,1 0 0,1 1 0,3-6-94,0 8-50,1 0 1,1 1-1,-1 0 1,2 0-1,-1 1 1,1 1-1,0 0 1,1 1-1,0 0 1,0 1-1,1 0 1,0 1-1,0 0 1,0 2-1,0-1 1,0 2-1,1 0 1,0 0-1,-1 2 1,1 0-1,-1 0 1,1 2-1,0-1 1,-1 2 0,0 0-1,1 1 1,-1 0-1,1 2 50,24 4-2755</inkml:trace>
  <inkml:trace contextRef="#ctx0" brushRef="#br0" timeOffset="1254.399">1108 346 4425,'0'0'1180,"0"0"-485,0 0-138,0 0-178,0 0 100,0 0 86,5 14 9,-2-5-444,-1-3-67,0-1 1,0 1-1,-1 0 1,1 0-1,-1 0 1,0 0-1,-1 0 1,0 0-1,0 0 1,0 0-1,0 0 1,-1 0-1,0 0 1,0 0-1,-1 0 0,-1 1-63,-114 220 693,116-200-2078,19-27-969</inkml:trace>
  <inkml:trace contextRef="#ctx0" brushRef="#br0" timeOffset="1473.645">1295 78 6729,'0'0'2241,"0"0"-881,0 0-736,0 0-528,0 0-88,0 0 8,0 0-16,0 0-752,-15 131-768,15-93-1465</inkml:trace>
  <inkml:trace contextRef="#ctx0" brushRef="#br0" timeOffset="2275.112">1352 455 4401,'0'0'1422,"0"0"-568,0 0-467,0 0-232,0 0 74,0 0 326,3 6 81,0 2-501,0 0-1,0-1 1,-1 1-1,0 0 1,0 1 0,-1-1-1,0 0 1,0 0-1,-1 1 1,0-1-1,0 0 1,-1 1-1,0-1 1,-1 0 0,0 0-1,0 0 1,-1 0-1,0 0 1,0-1-1,-1 2-134,-55 77 1122,58-86-1006,1 0 51,0 0 162,42-43 333,-34 35-652,19-20 6,1 1 1,1 2-1,1 1 0,1 1 0,1 2 0,0 0 0,2 3 1,32-13-17,-65 30-2,0 0 0,1 0 1,-1 0-1,0 0 1,1 0-1,-1 0 1,1 1-1,-1-1 0,1 1 1,0-1-1,-1 1 1,1-1-1,-1 1 1,1 0-1,0 0 0,-1 0 1,1 0-1,0 0 1,-1 0-1,1 0 1,0 1-1,-1-1 0,1 1 1,-1-1-1,1 1 1,-1-1-1,1 1 1,-1 0-1,1 0 0,-1 0 1,1 0-1,-1 0 1,0 0-1,0 0 1,0 0-1,1 0 0,-1 1 1,0-1-1,-1 0 1,1 1-1,0-1 1,0 1-1,0-1 0,-1 1 1,1-1-1,-1 1 1,1-1-1,-1 1 0,0 0 1,0-1-1,0 1 1,0 0-1,0-1 1,0 1-1,0 0 0,0-1 1,0 1-1,-1 0 1,1-1-1,-1 1 1,0 1 1,1 7 8,-1 0 1,0 0 0,0 0 0,-1 1 0,-1-1 0,0-1-1,0 1 1,-1 0 0,0-1 0,0 0 0,-1 0-1,0 0 1,-6 7-9,1 4 552,24-35-549,0 0 0,2 1-1,-1 1 1,2 0 0,0 2-1,0-1 1,1 2 0,0 1-1,1 0 1,0 1 0,1 1-1,-1 1 1,1 0 0,1 2-3,62-1-84,-80 63 74,-68 74 249,58-125-444,1 0 0,0 0 0,0 1 0,1 0 0,0 0 1,1 0-1,0 1 0,0 0 0,0 0 0,1 0 0,1 0 0,-1 0 0,2 0 0,-1 1 0,1-1 0,1 0 0,-1 1 0,2 6 205,6-1-3616</inkml:trace>
  <inkml:trace contextRef="#ctx0" brushRef="#br0" timeOffset="15735.525">2338 167 3209,'0'0'1139,"0"0"-137,0 0-124,0 0-113,0 0-30,20-15 63,101-71 577,-39 74-223,-92 23-73,-111 82 43,-154 147-573,259-222-552,2 0 0,0 0 0,1 2 0,0-1 1,2 2-1,0-1 0,2 2 0,0-1 0,1 1 0,2 0 1,0 1-1,1 0 0,1 0 0,1 12 3,2-22-5,-1 3-35,0 1 0,1 0 0,1-1 0,1 1 0,0-1 0,1 1 0,1-1 0,0 1 0,1-1 0,1 0 0,1-1 0,0 1-1,4 4 41,119 139-3073,-66-106-746</inkml:trace>
  <inkml:trace contextRef="#ctx0" brushRef="#br0" timeOffset="16378.554">2688 458 5113,'0'0'1186,"0"0"-322,0 0-140,-30 1-145,-98 8-74,119-8-447,1 1 0,-1-1 0,1 1 0,-1 1 0,1 0 0,0 0 0,0 0 0,0 1 0,0 0 0,1 1 0,-1 0 0,1 0 1,1 1-1,-1-1 0,1 1 0,0 1 0,0-1 0,0 2-58,-1-1 94,0 1-32,1 0 0,0 1 0,1-1 1,-1 1-1,2 0 0,-1 1 0,1-1 0,1 1 0,0 0 0,0 0 0,1 0 0,0 0 0,0 0 0,1 0 0,1 0 1,0 1-1,0-1 0,2 4-62,0-9-46,1 1 1,1-1 0,-1 1-1,1-1 1,0-1 0,0 1-1,0 0 1,1-1-1,-1 0 1,1 0 0,0 0-1,0-1 1,1 1 0,-1-1-1,1-1 1,-1 1 0,1-1-1,0 0 1,0 0-1,0 0 1,0-1 0,1 0-1,-1 0 1,0-1 0,0 0-1,1 0 1,-1 0 0,0-1-1,0 0 1,0 0-1,4-2 46,-5 3-95,62 0-1859,-7 0-1649</inkml:trace>
  <inkml:trace contextRef="#ctx0" brushRef="#br0" timeOffset="16841.112">2754 672 4441,'0'0'1520,"0"0"-307,0 0-225,0 0-349,0 0-265,0 0-154,-10-2-64,6 1-143,1 0 0,-1 0 1,0 1-1,0-1 0,0 1 0,0 0 0,0 0 0,0 0 0,0 1 0,0 0 0,0-1 0,0 1 0,0 1 0,0-1 0,0 0 0,1 1 0,-1 0 0,1 0 0,-1 0 1,1 0-1,0 1 0,0-1 0,0 1 0,-3 2-13,0 1 14,-1 0 0,1 0 0,0 1 0,1-1 1,-1 1-1,1 0 0,1 1 0,-1-1 0,1 1 0,1 0 1,-1 0-1,1 0 0,1 1 0,-1-1 0,2 1 0,-1-1 1,1 1-1,0 0 0,1-1 0,0 1 0,1 3-14,2-5 22,0-1-1,1 1 1,-1-1 0,2 0-1,-1 0 1,1-1 0,0 1-1,0-1 1,0 0 0,1 0-1,-1-1 1,1 0 0,1 0-1,-1 0 1,0-1 0,1 0-1,0 0 1,-1 0-1,1-1 1,0 0 0,1-1-1,-1 1 1,0-1 0,0-1-1,0 1 1,1-1 0,-1-1-1,0 1 1,1-1 0,1-1-22,144-19 234,-148 20-182,0-1 1,-1 0 0,0 0-1,1-1 1,-1 1 0,0-1-1,0 0 1,0 0 0,-1 0 0,1 0-1,-1-1 1,0 1 0,0-1-1,0 0 1,0 0 0,-1 0 0,1 0-1,-1-1 1,0 1 0,0-1-1,-1 1 1,1-1 0,-1 0-1,0 1 1,-1-1 0,1 0 0,-1 0-1,0 0 1,0 0 0,0-2-53,-4 0 54,0-1 0,-1 0 1,0 1-1,0 0 0,-1 0 0,0 1 1,0-1-1,0 1 0,-1 0 0,0 1 1,0 0-1,-1 0 0,1 0 0,-1 1 1,0 0-1,0 1 0,0 0 1,-1 0-1,1 1 0,-1 0 0,0 0 1,1 1-1,-6 0-54,3-3 11,-76-21-175,87 5-3221,15 12-1607</inkml:trace>
  <inkml:trace contextRef="#ctx0" brushRef="#br0" timeOffset="17179.237">3262 340 5457,'0'0'1938,"0"0"-523,0 0-432,0 0-587,0 0-288,0 0 167,-7 20 195,-117 255 1039,112-252-1592,-85 187 613,67-62-2982,29-123-1405</inkml:trace>
  <inkml:trace contextRef="#ctx0" brushRef="#br0" timeOffset="17787.437">3339 715 5393,'0'0'1870,"0"0"-274,0 0-306,0 0-457,0 0-321,0 0-285,-4 2-179,-6 9-26,1 0 0,-1 1 0,2 1-1,-1-1 1,2 1 0,0 1 0,0-1 0,2 1 0,-1 0-1,2 0 1,-4 16-22,6-26-3,-1 1 0,1 0-1,-1 1 1,1-1-1,1 0 1,-1 1 0,1-1-1,0 1 1,0-1 0,1 1-1,-1-1 1,1 1 0,0 0-1,1-1 1,-1 1 0,1-1-1,1 1 1,-1-1 0,1 1-1,0-1 1,0 0-1,0 0 1,0 0 0,1 0-1,0 0 1,0-1 0,1 1-1,-1-1 1,1 0 0,0 0-1,0 0 1,0 0 0,1-1-1,-1 0 1,1 1 0,0-2-1,1 2 4,0-2 37,-1-1 0,1 1-1,0-1 1,0-1-1,-1 1 1,1-1 0,0 0-1,0 0 1,-1 0 0,1-1-1,0 0 1,0 0 0,-1 0-1,1-1 1,-1 0 0,1 0-1,-1 0 1,0-1 0,0 0-1,0 0 1,0 0 0,0-1-1,-1 1 1,0-1 0,1 0-1,-1 0 1,-1-1 0,1 1-1,-1-1 1,0 0 0,0 0-1,0 0 1,0 0-1,-1-1 1,0 1-37,20-168-1436,-22 162-1294</inkml:trace>
  <inkml:trace contextRef="#ctx0" brushRef="#br0" timeOffset="18613.333">3675 816 5697,'0'0'2126,"0"0"-596,0 0-738,0 0-459,0 0-203,0 0-89,0 5 82,-2 10 56,0-1 1,0 1 0,-1 0 0,-1-1 0,-1 0 0,0 1 0,0-2-1,-2 1 1,1-1 0,-2 0 0,0 0 0,0-1 0,-1 0 0,-3 2-180,28-54 1148,2 16-1148,2 1-1,0 1 1,2 0 0,0 2 0,2 1 0,0 1 0,1 0 0,0 2-1,22-9 1,-34 105-80,-23 111 246,8-188-164,230-152-492,-229 150 487,1-1 0,-1 1 1,1-1-1,-1 1 1,1-1-1,-1 1 0,1-1 1,0 1-1,-1-1 1,1 1-1,0-1 0,0 1 1,-1-1-1,1 1 1,0 0-1,0-1 0,0 1 1,0 0-1,-1-1 0,1 1 1,0-1-1,0 1 1,0 0-1,1-1 0,-1 1 1,0 0-1,0-1 1,0 1-1,0-1 0,1 1 1,-1 0-1,0-1 1,0 1-1,1-1 0,-1 1 1,0-1-1,1 1 1,-1-1-1,1 1 0,-1-1 1,1 1-1,-1-1 0,1 0 1,-1 1-1,1-1 1,-1 0-1,1 1 0,0-1 1,-1 0-1,1 0 1,-1 1-1,1-1 0,0 0 1,-1 0-1,1 0 1,-1 0-1,1 0 0,0 0 1,-1 0-1,1 0 0,0 0 1,-1 0-1,1 0 1,0-1-1,-1 1 0,1 0 3,-24 57 78,0-9-277,-20 44 508,21-30-4032,22-59-2082</inkml:trace>
  <inkml:trace contextRef="#ctx0" brushRef="#br0" timeOffset="19114.328">4236 864 6225,'0'0'2149,"0"0"-449,0 0-525,0 0-589,0 0-368,0 0-110,-2 9 220,-123 243 1153,125-251-1477,1 0 0,-1-1 0,0 1 0,1 0 0,-1 0 0,1-1 0,-1 1 0,1-1 0,-1 1 0,1 0 0,0-1 0,-1 1 0,1-1 0,0 1 0,0-1 0,-1 0 0,1 1 0,0-1 0,0 0 0,-1 1 0,1-1 0,0 0 0,0 0 0,0 0 0,0 0 0,-1 0 0,1 0 0,0 0 0,0 0 0,0 0 0,0 0 0,-1 0 0,1 0 0,0-1 0,0 1 0,0 0 0,-1-1 0,1 1 0,0-1 0,0 1 0,-1 0 0,1-1 0,-1 0 0,1 1 0,0-1 0,-1 1 0,1-1 0,-1 0 0,1 1 0,-1-1 0,1 0 0,-1 1 0,0-1 0,1-1-4,193-109 232,-192 110-232,-1 1 1,1 0-1,-1 0 0,1 0 1,-1 0-1,1 0 1,-1 0-1,1 0 1,-1 0-1,1 0 0,-1 1 1,1-1-1,-1 1 1,1-1-1,-1 1 0,0-1 1,1 1-1,-1 0 1,0 0-1,1 0 1,-1-1-1,0 1 0,0 1 1,0-1-1,0 0 1,0 0-1,0 0 1,0 0-1,0 1 0,0-1 1,-1 0-1,1 1 1,0-1-1,-1 1 0,1-1 1,-1 1-1,0-1 1,0 1-1,1-1 1,-1 1-1,0-1 0,0 1 1,0-1-1,0 1 1,-1-1-1,1 1 1,0-1-1,-1 1 0,1-1 1,-1 1-1,1-1 1,-1 1-1,0-1 0,1 0 1,-1 1-1,0-1 1,0 0-1,0 0 1,-1 1-1,1 8 28,-22 135-1988,23-133-1805</inkml:trace>
  <inkml:trace contextRef="#ctx0" brushRef="#br0" timeOffset="19555.084">4717 541 5337,'0'0'2267,"0"0"-526,0 0-790,0 0-519,0 0-207,0 0 51,4 16 104,19 165 986,-21-147-1236,-2 0 1,-2 0-1,-1 0 0,-1-1 1,-2 0-1,-1 1 1,-2-2-1,-1 0 1,-1 0-1,-2 0 0,-2-2 1,0 0-1,-2 0 1,-1-2-1,-8 9-130,8-18-1,-2 0-1,0-2 1,-1 0-1,0-1 1,-1-1-1,-1-1 1,-1-1-1,-1 0 2,22-12-1,-124 61-461,2-14-1439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3:13:54.2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 93 4033,'0'0'1732,"0"0"-640,0 0-197,0 0 39,0 0-211,-1-5-397,-4-23 3040,46 179-2831,-23-55-313,-17-96-197,25-44-268,69-138-145,-95 181 385,0 0 0,1 1-1,0-1 1,-1 0 0,1 0 0,0 0-1,-1 0 1,1 1 0,0-1 0,0 0-1,0 1 1,-1-1 0,1 1-1,0-1 1,0 1 0,0-1 0,0 1-1,0 0 1,0-1 0,0 1 0,0 0-1,0 0 1,0 0 0,0 0 0,0 0-1,0 0 1,1 0 0,-1 0 0,0 0-1,0 0 1,0 0 0,0 1-1,0-1 1,0 0 0,0 1 0,0-1-1,-1 1 1,1-1 0,0 1 0,0 0-1,0-1 1,0 1 0,-1 0 0,1-1-1,0 1 1,-1 0 0,1 0 0,0 0-1,-1 0 1,1 0 0,-1 0-1,1 0 1,-1 0 0,0-1 0,1 2-1,-1-1 1,0 0 0,0 0 0,0 0-1,0 0 1,0 0 3,20 68 155,-17 28 57,10-104-459,84-178 30,-95 183 220,-1 0-1,1 0 1,0 0-1,-1 0 1,1 0-1,0 1 0,0-1 1,0 1-1,0-1 1,1 1-1,-1 0 1,0 0-1,0 0 1,1 0-1,-1 0 1,1 1-1,-1-1 1,1 1-1,-1-1 1,1 1-1,-1 0 1,1 0-1,-1 0 1,1 0-1,-1 1 1,1-1-1,-1 1 1,1-1-1,-1 1 1,1 0-1,-1 0 1,0 0-1,1 0 1,-1 0-1,0 1 1,0-1-1,0 1 0,0-1 1,0 1-1,0 0 1,-1 0-1,1 0 1,-1 0-1,1 0 1,-1 0-1,1 0 1,-1 0-1,0 1 1,0-1-1,0 0 1,-1 1-1,1-1 1,0 1-1,-1-1 1,0 1-1,1-1 1,-1 1-1,0 0-2,0 178 1421,-5-137-1268,24-27-2279,-13-17 1379,10 0-3540</inkml:trace>
  <inkml:trace contextRef="#ctx0" brushRef="#br0" timeOffset="832.509">642 267 4825,'0'0'1432,"0"0"-371,0 0 81,0 0 15,0 0-356,0 0-405,2 6 124,244 37 530,-230-34-3192,-15-8-1427</inkml:trace>
  <inkml:trace contextRef="#ctx0" brushRef="#br0" timeOffset="1483.226">1159 104 4081,'0'0'1305,"0"0"-358,0 0-78,0 0 195,0 0-65,0 0-295,0-16-237,-2-47 19,2 62-454,-1-1 0,0 0 0,0 1 0,0-1-1,0 1 1,0 0 0,0-1 0,-1 1 0,1 0-1,0 0 1,-1 0 0,1 0 0,-1 0 0,1 0 0,-1 0-1,1 0 1,-1 0 0,0 1 0,1-1 0,-1 1-1,0-1 1,0 1 0,1 0 0,-1 0 0,0 0 0,0 0-1,1 0 1,-1 0 0,0 0 0,0 0 0,1 1-1,-1-1 1,0 1 0,0-1 0,1 1 0,-2 0-32,-1 0 41,0 1-36,1-1 0,0 1-1,-1 0 1,1 0 0,0 1 0,0-1-1,0 1 1,0 0 0,1-1 0,-1 1-1,1 0 1,-1 1 0,1-1-1,0 0 1,1 1 0,-1-1 0,0 1-1,1-1 1,0 1 0,0 0 0,0-1-1,0 1 1,1 0 0,-1 0 0,1 0-1,0 0 1,0 0 0,0 0-1,1-1 1,-1 1 0,1 0 0,0 0-1,0-1 1,1 1 0,-1 0 0,1-1-1,-1 1 1,1-1 0,0 0 0,1 1-1,-1-1 1,1 1-5,114 109 45,-115-111-31,0 1 0,-1 0-1,1 0 1,-1 0 0,1 0-1,-1 0 1,0 1 0,-1-1-1,1 0 1,0 0 0,-1 1-1,0-1 1,0 0 0,0 1 0,0-1-1,0 0 1,-1 1 0,1-1-1,-1 0 1,0 1 0,0-1-1,0 0 1,0 0 0,-1 0-1,1 0 1,-1 0 0,0 0-1,0-1 1,0 1 0,0 0-1,0-1 1,-1 0 0,1 1 0,-1-1-1,0 0 1,1 0 0,-1-1-1,0 1 1,0-1 0,0 1-1,0-1 1,0 0 0,-1 0-1,1 0 1,0 0 0,0-1-1,-1 1 1,1-1 0,0 0-1,-1 0 1,1 0 0,0-1-1,-1 1 1,1-1-14,-12-5-1475,11-6-1028</inkml:trace>
  <inkml:trace contextRef="#ctx0" brushRef="#br0" timeOffset="1777.632">1394 29 7282,'0'0'1680,"0"0"-728,0 0-432,0 0-136,0 0-296,0 0 32,0 0-8,0 78 64,6-33 8,-6 3 201,0-5-73,0 2-136,0-2-80,0-5-96,0-9 0,3-5-152,0-8-1585,-3-16-3384</inkml:trace>
  <inkml:trace contextRef="#ctx0" brushRef="#br0" timeOffset="2033.181">1284 182 5025,'0'0'4145,"0"0"-3009,0 0-696,0 0-32,0 0-48,0 0-71,0 0-153,199-11-136,-145 11-681,-13-5-2351</inkml:trace>
  <inkml:trace contextRef="#ctx0" brushRef="#br0" timeOffset="2508.401">1563 147 6753,'0'0'1374,"0"0"-472,0 0-436,0 0-199,0 0-56,0 0 145,9 13 120,71 156 976,-67-114-878,4-85-912,-12 16 265,-4 9 33,-1 1 1,1-1-1,0 1 1,1 0 0,-1-1-1,1 1 1,0 0 0,0 0-1,0 0 1,0 1-1,1-1 1,0 0 0,-1 1-1,1-1 1,1 1 0,-1 0-1,0 0 1,1 0-1,-1 1 1,1-1 0,0 1-1,0 0 1,0 0 0,0 0-1,0 1 1,1-1-1,-1 1 1,4-1 39,104 25-147,-102-18 74,0-1-1,1 0 1,-1-1 0,1 0-1,0 0 1,-1-1-1,1-1 1,0 1-1,0-2 1,0 0-1,0 0 1,11-2 73,-31-59-334,4 57 447,0 0-1,0 0 0,0 0 0,0 1 0,0 0 0,-1-1 0,0 2 1,1-1-1,-1 1 0,0 0 0,0 0 0,-1 1 0,1-1 0,0 2 1,0-1-1,-1 0 0,1 1 0,0 0 0,-1 1 0,1 0 1,0 0-1,-3 1-112,5 2 31,1 1 1,0 0-1,0 1 1,0-1-1,1 0 0,0 1 1,0 0-1,0-1 1,1 1-1,0 0 1,0 0-1,0 0 1,1-1-1,0 1 1,0 0-1,0 0 1,1 0-1,1 5-31,-2 7 44,-1-11-113,0 0 0,0 0 0,1 0 0,0 0 0,0 1-1,1-1 1,-1 0 0,2 0 0,-1 0 0,1 0 0,0 0-1,0-1 1,1 1 0,0 0 0,0-1 0,0 0-1,1 0 1,0 0 0,1 0 0,-1 0 0,1-1 0,0 0-1,0 0 1,1 0 0,-1-1 0,1 0 0,0 0 0,0 0-1,0-1 1,1 0 0,4 2 69,13-4-3679</inkml:trace>
  <inkml:trace contextRef="#ctx0" brushRef="#br0" timeOffset="3402.941">2241 219 3897,'0'0'2936,"0"0"-1355,0 0-728,0 0-62,0 0-133,0 0-273,-18 6-184,-53 21-74,69-25-114,-1 0 1,1 0-1,-1 0 0,1 0 1,-1 0-1,1 1 1,0-1-1,0 1 0,0 0 1,1-1-1,-1 1 0,1 0 1,-1 0-1,1 0 0,0 0 1,0 0-1,0 1 0,0-1 1,1 0-1,0 0 0,-1 1 1,1-1-1,0 0 0,1 2-13,-3 9 62,-1 68 255,5-80-333,1 0 1,0-1-1,-1 1 0,1-1 0,0 1 1,0-1-1,0 0 0,0 0 1,0 0-1,0-1 0,0 1 1,0-1-1,0 0 0,0 1 0,0-1 1,0-1-1,0 1 0,0 0 1,0-1-1,0 1 0,0-1 1,0 0-1,0 0 0,0-1 1,0 1-1,1-1 16,7-7-216,0-1 0,0 0 0,-1-1 0,0-1 1,-1 1-1,0-1 0,-1-1 0,0 0 0,-1 0 0,3-9 216,1 1 52,-10 20 233,-1 1 18,6 135 2008,-4-134-2350,1 0 0,0 0 0,-1-1-1,1 1 1,-1-1 0,1 0 0,0 0 0,-1 0 0,1 0-1,0 0 1,-1 0 0,1-1 0,0 0 0,-1 1 0,1-1-1,-1 0 1,1 0 0,-1 0 0,1 0 0,-1-1 0,0 1 0,0-1-1,1 1 1,-1-1 0,0 0 0,0 0 0,-1 0 0,1 0-1,0 0 1,-1 0 0,1 0 0,-1-1 0,0 1 0,0 0-1,0-1 1,0 1 0,0-1 0,0 0 0,-1 1 0,1-3 39,5-4-408,0 0 177,-3 3 163,0 0-1,1 1 1,-1 0-1,1-1 1,0 2-1,0-1 1,1 0-1,-1 1 1,1 0-1,0 0 1,0 0-1,0 0 1,1 1-1,0 0 1,-1 0-1,1 1 1,0-1-1,0 1 1,3 0 68,-6 54 2586,-3-50-2542,-1-1-44,1 0 0,-1-1 0,1 1 0,-1-1 0,1 1-1,-1 0 1,1-1 0,0 1 0,-1 0 0,1 0 0,0-1 0,-1 1 0,1 0-1,0 0 1,0 0 0,0-1 0,0 1 0,0 0 0,0 0 0,0 0 0,0 0-1,0-1 1,0 1 0,0 0 0,0 0 0,1-1 0,-1 1 0,0 0-1,1 0 1,-1-1 0,0 1 0,1 0 0,-1 0 0,1-1 0,-1 1 0,1-1-1,-1 1 1,1 0 0,0-1 0,-1 1 0,1-1 0,0 0 0,-1 1 0,1-1-1,0 1 1,0-1 0,-1 0 0,1 0 0,0 1 0,0-1 0,0 0-1,-1 0 1,1 0 0,0 0 0,0 0 0,0 0 0,-1 0 0,1 0 0,0 0-1,0 0 1,0-1 0,-1 1 0,1 0 0,0-1 0,0 1 0,28-48-928,39-36-449,-50 155 3634,-17 34-1221,0-104-1044,0 0-1,1 0 0,-1 0 1,0 0-1,0-1 1,1 1-1,-1 0 1,1 0-1,-1-1 1,0 1-1,1-1 1,-1 1-1,1-1 1,-1 0-1,1 1 1,0-1-1,-1 0 1,1 0-1,-1 0 0,1 0 1,-1-1-1,1 1 1,0 0-1,-1-1 1,1 1-1,-1-1 1,0 1-1,1-1 1,-1 1-1,1-1 1,-1 0-1,0 0 1,1 0-1,-1 0 1,0 0-1,0 0 0,0 0 1,0 0-1,0-1 1,0 1-1,0 0 1,0-1-1,0 0 9,11-13-86,62-41 7,-65 77 142,-9 84-191,0-52-993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3:14:14.1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143 0 5841,'0'0'2889,"0"0"-1417,0 0-472,0 0-55,0 0-393,0 0-280,0 0-272,0 0 56,-15 24 152,-9 11-40,0 10-88,-2 1-80,2 2-32,9 0-800,6-8-1145,3-16-3296</inkml:trace>
  <inkml:trace contextRef="#ctx0" brushRef="#br0" timeOffset="236.359">181 139 6993,'0'0'3137,"0"0"-2305,0 0-600,0 0-152,0 0-80,-124 152-1400,109-127-7282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3:14:10.5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666 225 6729,'0'0'1910,"0"0"-868,0 0-389,0 0 111,0 0-54,0 0-317,0 0-234,0 0-19,0 0 153,0 0 110,0 0-21,-9 3 524,-119 140-357,110-114-545,2 1 1,1 0 0,1 1 0,1 0-1,2 1 1,1 1 0,1 0 0,2 0-1,2 0 1,1 1 0,1 0 0,2-1-1,1 1 1,4 17-5,-3-37-21,1 0 0,0 0 1,2-1-1,-1 1 0,2-1 0,-1 0 0,2 0 0,0 0 0,0-1 0,2 0 0,-1 0 1,1-1-1,1 0 0,0 0 0,0-1 0,1 0 0,1-1 0,0 0 0,0 0 0,0-1 0,1-1 1,0 0-1,1-1 0,0 0 21,178 29-4198,-111-34-1865</inkml:trace>
  <inkml:trace contextRef="#ctx0" brushRef="#br0" timeOffset="407.822">1242 404 3697,'0'0'4904,"0"0"-3408,0 0-1136,0 0-104,-27-5 48,-86-16 68,110 20-369,0 1-1,0 0 1,0 0-1,0 0 1,0 0-1,0 0 1,1 1 0,-1-1-1,0 1 1,0 0-1,0 0 1,0 0-1,1 0 1,-1 1-1,0-1 1,1 1 0,-1-1-1,1 1 1,0 0-1,-1 0 1,1 0-1,0 0 1,0 0 0,0 1-1,1-1 1,-1 1-1,1-1 1,-1 1-1,1 0 1,0-1-1,0 1 1,0 0 0,0 0-1,0 0 1,1 0-1,-1-1 1,1 1-1,0 0 1,0 0-1,0 0 1,0 0 0,0 0-1,1 0 1,-1 0-1,1 0 1,0 0-1,0 0 1,0-1 0,1 3-3,-1 13 14,1-5-13,0 0 0,2 1 0,-1-1 0,1 0 0,1-1 0,1 1 1,0-1-1,0 0 0,1 0 0,0-1 0,1 0 0,1 0 0,0-1 0,6 5-1,-7-7 8,0 1 0,0 0 0,0 0 0,-1 0 0,0 1 0,-1 0 0,0 0 0,-1 1 0,0-1 0,-1 1 0,0 0 0,0 1 0,-1-1 0,-1 1 0,0-1 0,-1 1 0,0 0 0,0-1 0,-2 10-8,-3-15 45,-1 0 1,1 0 0,-1-1-1,-1 1 1,1-1-1,-1-1 1,0 1 0,0-1-1,0 0 1,-1 0-1,1-1 1,-1 1 0,0-2-1,0 1 1,0-1-1,0 0 1,0 0 0,-1-1-1,1 0 1,0 0-1,-1-1 1,1 0 0,-1 0-1,1-1 1,-1 0-1,0 0-45,4 1-84,0 0 1,0 0-1,1-1 0,-1 1 0,0-1 0,0 0 0,0 0 0,0 0 0,0-1 0,1 1 0,-1-1 0,1 0 0,-1 0 1,1 0-1,0 0 0,0-1 0,0 1 0,0-1 0,0 0 0,0 0 0,1 0 0,-1 0 0,1 0 0,0-1 0,0 1 0,0-1 1,1 1-1,-2-4 84,-10-27-4331</inkml:trace>
  <inkml:trace contextRef="#ctx0" brushRef="#br0" timeOffset="1527.56">1438 864 4785,'0'0'1988,"0"0"-766,0 0-282,-1-30 247,2-187 524,99-111 450,-80 320-1861,-3 49-437,-10-21 192,62 131 107,97 263-117,-165-411-226,6 32-885,-14-19-2516,-11-14-1615</inkml:trace>
  <inkml:trace contextRef="#ctx0" brushRef="#br0" timeOffset="1789.349">1367 719 3489,'0'0'4945,"0"0"-3761,0 0-632,0 0 320,0 0 81,0 0-297,0 0-360,151-42-144,-91 36-152,23-7-72,-12 2-1056,-15 1-3561</inkml:trace>
  <inkml:trace contextRef="#ctx0" brushRef="#br0" timeOffset="2083.606">2038 351 8434,'0'0'1200,"0"0"-497,0 0 16,0 0-145,0 0-265,0 0-160,-22 19-77,-67 67-55,86-83-16,1 0-1,0 0 1,1 1-1,-1-1 0,0 1 1,1 0-1,0-1 1,0 1-1,0 0 0,0 0 1,1 0-1,0-1 1,0 1-1,0 0 0,0 0 1,0 0-1,1 0 1,-1 0-1,1-1 0,0 1 1,0 0-1,1-1 1,-1 1-1,1-1 1,0 1-1,-1-1 0,2 0 1,-1 1-1,0-1 1,1 0-1,-1 0 0,1-1 1,0 1-1,0-1 1,0 1-1,0-1 0,10 12 4,43 50 21,-45-55-2,-1 0 1,-1 1-1,1 0 1,-1 0-1,-1 1 1,0 0 0,-1 0-1,0 1 1,0 0-1,-2 1 1,1-1-1,-2 1 1,1 0 0,-2 0-1,0 1 1,0-1-1,-1 10-23,-4-16-22,-1 0-1,0 0 0,0 0 1,-1-1-1,0 0 1,0 1-1,-1-1 0,0-1 1,0 1-1,0-1 0,0 0 1,-1 0-1,0 0 1,0-1-1,0 0 0,-1 0 1,1 0-1,-1-1 0,0 0 1,0 0-1,0-1 0,-1 0 1,1 0-1,0-1 1,-1 0-1,1 0 0,-1-1 1,1 0-1,-1 0 0,1-1 1,-1 0-1,1 0 1,-4-1 22,-29-1-4129</inkml:trace>
  <inkml:trace contextRef="#ctx0" brushRef="#br0" timeOffset="2772.012">0 113 3289,'0'0'6249,"0"0"-4633,0 0-1072,0 0-359,0 0-105,0 0-64,0 0 88,30 61-48,-9-32-32,-4 1-24,-5-1 16,0 1-16,-6-4-489,-3-7-1415,-3-5-2193</inkml:trace>
  <inkml:trace contextRef="#ctx0" brushRef="#br0" timeOffset="2951.172">98 0 8242,'0'0'1608,"0"0"-1136,0 0-296,0 0-120,0 0 40,0 0-96,128 171 0,-63-128-232,1-8-1880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3:14:27.0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8530,'0'0'1408,"0"0"-1000,0 0-280,0 0-128,0 0-8,0 0-56,0 0 56,81 32-1104,-61-32-1881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3:14:26.8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1771 13 6585,'0'0'3977,"0"0"-2905,0 0-759,0 0-185,0 0-128,0 0 0,24 0 8,-12 0 40,3-5-48,11 2 0,-5 1-721,-6-1-1791</inkml:trace>
  <inkml:trace contextRef="#ctx0" brushRef="#br0" timeOffset="1693.369">458 246 1840,'0'0'5767,"0"0"-3880,0 0-1459,1-23-168,1-146 1067,-2 167-1290,0 0 1,-1 1-1,1-1 0,0 0 0,-1 0 0,0 1 1,1-1-1,-1 0 0,0 1 0,0-1 1,0 1-1,0-1 0,0 1 0,0-1 1,0 1-1,0 0 0,-1-1 0,1 1 0,-1 0 1,1 0-1,-1 0 0,1 0 0,-1 0 1,1 1-1,-1-1 0,0 0 0,0 1 0,1-1 1,-1 1-1,0-1 0,0 1 0,0 0 1,1 0-1,-1 0 0,0 0 0,0 0 1,0 0-1,1 1 0,-1-1 0,0 1 0,0-1 1,1 1-1,-1-1 0,0 1 0,1 0 1,-1 0-1,1 0 0,-1 0 0,1 0 0,-1 0 1,1 0-1,0 1 0,-1-1 0,1 0 1,0 1-1,0-1 0,0 1 0,0-1 1,0 1-1,1 0 0,-1-1 0,0 1 0,1 0 1,-1 0-1,1-1 0,-1 1 0,1 0 1,0 0-1,0 0 0,0 0-37,-12 35 28,1 0 0,2 1 0,2 0 1,1 0-1,2 0 0,2 1 0,2 0 0,1-1 0,2 3-28,-3-23 10,50 224 58,-15-121-115,-34-117-16,4 48-757,-22-25-2655,-10-15-2309</inkml:trace>
  <inkml:trace contextRef="#ctx0" brushRef="#br0" timeOffset="1868.677">1 543 7986,'0'0'1872,"0"0"-1264,0 0-336,0 0 440,0 0 417,205-59-545,-125 40-376,6 1-144,-3 2-64,9 10-456,-20 4-1673,-25 2-3960</inkml:trace>
  <inkml:trace contextRef="#ctx0" brushRef="#br0" timeOffset="2227.838">598 447 6313,'0'0'743,"0"0"-373,0 0 252,0 0 224,22 25-174,73 82-259,-83-93-362,1 1 0,-2 0-1,0 1 1,-1 0 0,0 0 0,-2 1-1,0 1 1,-1-1 0,4 15-51,-3-11 512,-9-33 376,-1-21-289,1 9-597,-1 14 2,0-1-1,1 0 1,0 0 0,0 1-1,1-1 1,1 0 0,0 0-1,0 1 1,1-1 0,0 1-1,1-1 1,0 1 0,1 0-1,0 0 1,0 0 0,1 0-1,1 1 1,-1 0 0,1 0-1,1 1 1,0-1 0,0 1-1,1 1 1,0-1 0,0 1-1,0 1 1,10-6-4,73 7-1363,-70 14-488</inkml:trace>
  <inkml:trace contextRef="#ctx0" brushRef="#br0" timeOffset="2624.829">1097 412 8618,'0'0'1639,"0"0"-804,0 0-347,0 0-213,-3 7-250,-1 2-22,1 0 1,0 1-1,0 0 0,0-1 1,1 1-1,1 0 0,0 0 1,0 0-1,1 0 0,0 0 1,1 0-1,0 0 0,1 0 1,-1 0-1,2-1 0,0 1 1,0-1-1,1 1 0,0-1 1,0 0-1,1 0 0,0-1 1,1 1-1,0-1 0,0-1 1,0 1-1,1-1 0,1 0 1,-1 0-1,1-1 0,0 0 1,0-1-1,1 1 0,0-2 1,0 1-1,0-1 0,0-1 1,9 3-4,-15-5 1,1-1 1,-1 1 0,0-1-1,1 0 1,-1 0 0,0 0-1,1 0 1,-1-1 0,1 1-1,-1-1 1,0 0 0,0 0-1,1 0 1,-1 0 0,0-1-1,0 1 1,0-1 0,0 0-1,-1 0 1,1 0 0,0 0-1,-1 0 1,0-1 0,1 1-1,-1-1 1,0 1 0,0-1-1,0 0 1,-1 0 0,1 0-1,-1 0 1,1 0 0,-1 0-1,0 0 1,0-1 0,0 1-1,-1 0 1,1-1 0,-1 1-1,0 0 1,0-1 0,0 1-1,0-1 1,-1 0-2,2-3 54,-1 1 0,0 0-1,0-1 1,-1 1 0,1-1 0,-1 1 0,-1 0 0,1-1 0,-1 1-1,0 0 1,-1 0 0,1 0 0,-1 0 0,0 1 0,-1-1 0,1 1-1,-1 0 1,0 0 0,-1 0 0,1 0 0,-1 1 0,0 0-1,0 0 1,0 0 0,-1 1 0,1-1 0,-1 1 0,0 0 0,-6-1-54,10 2-47,-1 0 0,1 0 0,-1 0 0,0 1 0,1 0 0,-1-1 0,0 1 0,0 0-1,0 0 1,0 1 0,0-1 0,0 1 0,0-1 0,-1 1 0,1 0 0,0 0 0,0 0 0,0 1 0,0-1 0,0 1 0,0 0 0,0 0 0,0 0 0,0 0 0,0 0 0,0 0 0,1 1 0,-1 0 0,0-1 0,1 1 0,-1 0 0,1 0 0,0 0 0,0 1 0,0-1 0,-1 1 47,-3 25-2739</inkml:trace>
  <inkml:trace contextRef="#ctx0" brushRef="#br0" timeOffset="3103.388">1492 698 8530,'0'0'1307,"0"0"-600,0 0-199,0 0-198,0-25-200,6-83-52,46-26 20,-31 98 6,5 20 667,-11 55-227,-10-21-442,71 214 360,-73-232-447,-1 0 1,0 0-1,0 0 1,0-1-1,0 1 1,0-1-1,1 1 1,-1-1-1,0 0 1,0 0-1,0 1 1,-1-2-1,1 1 1,0 0-1,0 0 1,0 0-1,-1-1 1,1 1-1,-1-1 1,1 0-1,-1 1 1,0-1-1,1 0 1,-1 0-1,0 0 1,0 1-1,0-1 1,-1 0-1,1-1 1,0 1-1,-1 0 1,1 0-1,-1 0 1,0 0-1,0 0 1,0-2 4,5-6 27,4-6-4,-7 12-24,-1-1 0,1 1 0,0 0 0,0 0 0,1 0 0,-1 0 0,1 0 0,0 0-1,0 1 1,0-1 0,1 1 0,-1 0 0,1 0 0,-1 0 0,1 0 0,0 1-1,0 0 1,1 0 0,-1 0 0,0 0 0,1 0 0,0 1 1,37 50 239,48 121-1989,-74-127-1940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3:14:27.3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87 1 8314,'0'0'1296,"0"0"-1128,0 0-160,0 0 88,0 0-96,0 0-112,0 0-848,110 13-953,-90-13-4304</inkml:trace>
  <inkml:trace contextRef="#ctx0" brushRef="#br0" timeOffset="180.961">571 49 7362,'0'0'416,"0"0"-408,0 0-16,0 0-248,0 0-1977</inkml:trace>
  <inkml:trace contextRef="#ctx0" brushRef="#br0" timeOffset="493.561">948 43 8978,'0'0'1400,"0"0"-1400,0 0-584,0 0-2321</inkml:trace>
  <inkml:trace contextRef="#ctx0" brushRef="#br0" timeOffset="3781.677">1 295 7682,'0'0'1531,"0"0"-911,0 0-402,0 0 164,0 0 222,0 0-109,15 25-100,49 83-38,-58-98-255,0-1 1,-1 1-1,0 1 1,0-1-1,-1 1 1,-1 0-1,0-1 1,0 2-1,-1-1 1,0 0-1,-1 0 1,-1 1-1,0 3-102,16-36 700,-9-16-787,3 0-1,1 1 0,1 0 0,2 1 0,2 0 1,7-10 87,-21 44 1,-1 0 0,1 0 0,0 0 0,-1 0 0,1 1 0,0-1 0,-1 1 0,1-1 0,0 1 0,0-1 0,0 1 0,0 0 0,-1 0 0,1 0 0,0 0 1,0 0-1,0 0 0,0 1 0,-1-1 0,1 1 0,0-1 0,0 1 0,-1-1 0,1 1 0,0 0 0,-1 0 0,1 0 0,-1 0 0,1 0 0,-1 0 0,1 1 0,-1-1 0,0 0 1,0 1-1,1-1 0,-1 1 0,0-1 0,0 1 0,-1-1 0,1 1 0,0 0 0,0 0 0,-1-1 0,1 1 0,-1 0 0,0 0 0,1 0 0,-1-1 0,0 1 0,0 0 0,0 0 1,0 0-1,-1 0 0,1-1 0,0 1 0,-1 0 0,1 0-1,4 8 49,50 146 391,-25-181-604,71-138-345,-99 163 516,0 0 1,0-1 0,0 1 0,0 0 0,0-1 0,0 1-1,0 0 1,0 0 0,0 0 0,0 0 0,0 0 0,1 0 0,-1 0-1,0 0 1,0 0 0,0 1 0,0-1 0,0 0 0,0 1-1,0-1 1,0 1 0,-1-1 0,1 1 0,0-1 0,0 1 0,0-1-1,0 1 1,-1 0 0,1 0 0,0-1 0,0 1 0,-1 0-1,1 0 1,-1 0 0,1 0 0,-1 0 0,1 0 0,-1 0-1,0 0 1,1 0 0,-1 0 0,0 0 0,0 0 0,0 0 0,0 0-1,0 0 1,0 0 0,0 0 0,0 0 0,0 0 0,0 0-1,0 0 1,-1 0 0,1 0 0,0 0 0,-1 0 0,1 0 0,-1 0-1,1 0 1,-1 0 0,0 0 0,1 0 0,-1-1 0,0 1-1,0 0 1,1 0 0,-1-1 0,0 1-8,0 8 97,22 227-927,-15-209-2570</inkml:trace>
  <inkml:trace contextRef="#ctx0" brushRef="#br0" timeOffset="4397.945">645 632 8042,'0'0'1976,"0"0"-1480,0 0 16,0 0 489,0 0-281,0 0-160,0 0-328,169 0-128,-115 0-96,20 0-8,-14 0-648,-16-11-3409</inkml:trace>
  <inkml:trace contextRef="#ctx0" brushRef="#br0" timeOffset="4935.959">1334 300 4977,'0'0'2945,"0"0"-1129,0 0-842,0 0-356,0 0-129,0 0-79,-3-14-31,-13-43-80,15 56-286,0 0 0,1 0 0,-1 0 0,1 0 0,-1 0 0,0 0 0,0 0 1,0 0-1,1 0 0,-1 1 0,0-1 0,0 0 0,0 1 0,0-1 0,0 1 0,0-1 0,0 1 1,0-1-1,-1 1 0,1 0 0,0-1 0,0 1 0,0 0 0,0 0 0,-1 0 0,1 0 1,0 0-1,0 0 0,0 0 0,0 0 0,-1 1 0,1-1 0,0 0 0,0 1 0,0-1 0,0 1 1,0-1-1,0 1 0,0 0 0,0-1 0,0 1 0,0 0 0,0-1 0,0 1 0,1 0 0,-1 0 1,0 0-1,1 0 0,-1 0 0,0 0 0,1 0 0,-1 0 0,1 0 0,0 0 0,-1 0 0,1 1 1,0-1-14,-3 9 1,1 0 0,1 0 1,0 0-1,0 1 1,1-1-1,1 0 0,0 0 1,0 0-1,1 1 1,0-1-1,0-1 0,1 1 1,1 0-1,0-1 1,0 1-1,0-1 0,2 0 1,-1-1-1,1 1 1,0-1-1,6 6-1,-9-11 9,1-1-1,-1 1 1,0 0 0,0 0-1,0 0 1,0 0 0,-1 1-1,1-1 1,-1 1-1,0-1 1,0 1 0,0 0-1,-1 0 1,1 0 0,-1 0-1,0 0 1,0 0 0,0 1-1,-1-1 1,0 0 0,1 0-1,-2 1 1,1-1 0,0 0-1,-1 0 1,0 0 0,0 1-1,0-1 1,0 0 0,0 0-1,-1 0 1,0-1 0,0 1-1,0 0 1,0-1 0,-1 1-1,0-1 1,1 0-1,-1 1 1,0-1 0,0-1-1,-1 1 1,1 0 0,-1-1-1,1 0 1,-1 0 0,0 0-1,0 0 1,-2 0-9,5-1-43,0 0 0,-1 0 0,1-1 0,0 1 0,-1-1 0,1 1 0,-1-1 1,1 0-1,0 0 0,-1 1 0,1-1 0,-1 0 0,1 0 0,-1 0 0,1-1 0,-1 1 0,1 0 0,0 0 0,-1-1 0,1 1 0,-1-1 0,1 1 0,0-1 1,-1 0-1,1 0 0,0 1 0,0-1 0,0 0 0,0 0 0,0 0 0,0 0 0,0 0 0,0 0 0,0-1 0,0 1 0,0 0 0,1 0 0,-1-1 0,0 1 1,1 0-1,-1-1 0,1 1 0,0-1 0,-1 1 0,1 0 0,0-1 0,0 1 0,0-1 0,0 1 0,0-1 0,0 0 43,0-27-4099</inkml:trace>
  <inkml:trace contextRef="#ctx0" brushRef="#br0" timeOffset="5223.831">1628 25 10234,'0'0'1881,"0"0"-1345,0 0-528,0 0 336,0 0-176,0 155-56,0-91 120,6 3-40,3-6-80,0 3 40,0-10-56,0-6-96,0-8-56,0-8-96,-3-10-1240,-6-17-2729</inkml:trace>
  <inkml:trace contextRef="#ctx0" brushRef="#br0" timeOffset="5404.026">1519 305 9338,'0'0'1912,"0"0"-1143,0 0-393,0 0 48,0 0 200,0 0-256,157-10-296,-80 10-72,-14 0-888,-16 0-2057</inkml:trace>
  <inkml:trace contextRef="#ctx0" brushRef="#br0" timeOffset="5965.06">1795 354 6737,'0'0'930,"0"0"-253,0 0 168,0 0-24,0 0-239,0 0 36,20 18 47,62 61-153,-58-18 319,-25-49-413,1-11-72,0-10-64,-1-11-459,0 12 127,0 1 0,0-1 0,0 1 0,1-1 0,0 0 0,1 1 1,-1-1-1,2 0 0,-1 1 0,1-1 0,0 1 0,1 0 1,-1-1-1,1 1 0,1 0 0,-1 1 0,1-1 0,1 1 0,-1-1 1,1 1-1,0 1 0,0-1 0,3-1 50,-1 5-4,0 1-1,0-1 1,0 1-1,1 0 1,-1 0-1,0 1 1,1 0-1,-1 1 1,0 0 0,1 0-1,-1 0 1,0 1-1,0 0 1,0 0-1,0 1 1,0 0-1,-1 0 1,1 0 0,0 2 4,44 14 33,113-6-31,-161-15-10,0 0 0,-1 1 0,1-1 1,-1 0-1,1-1 0,-1 1 0,0 0 0,1-1 1,-1 1-1,-1-1 0,1 0 0,0 0 0,-1 1 1,1-1-1,-1 0 0,0 0 0,0-1 0,0 1 0,0 0 1,-1 0-1,1 0 0,-1-1 0,0 1 0,0 0 1,0 0-1,0-1 0,0 1 0,-1 0 0,0 0 1,1 0-1,-1-1 0,0 1 0,-1 0 0,1 0 1,0 0-1,-1 1 0,0-1 0,0 0 0,0 1 1,0-1-1,0 1 0,0-1 0,0 1 0,-1 0 1,0 0-1,1 0 0,-1 0 8,0-1 36,0 1 1,0-1-1,0 1 0,-1-1 1,1 1-1,-1 0 0,1 1 1,-1-1-1,0 0 0,0 1 1,0 0-1,0 0 1,0 0-1,0 1 0,0-1 1,0 1-1,0 0 0,0 0 1,0 0-1,0 1 0,0-1 1,0 1-1,0 0 0,0 0 1,1 0-1,-1 1 0,0-1 1,0 1-1,1 0 0,-1 0 1,1 0-1,0 1 0,0-1 1,0 1-1,0 0 1,0 0-1,0 0 0,1 0 1,-1 0-1,1 1 0,0-1 1,0 1-1,0-1 0,0 1 1,1 0-1,0 0 0,0-1 1,0 1-1,0 0 0,0 0 1,0 3-37,-1 2-6,-1 0 0,1 0 0,1 0 1,0 0-1,0 0 0,1 0 0,0 0 1,0 0-1,1 0 0,0 0 0,1 0 1,0 0-1,0 0 0,1 0 0,0-1 0,0 1 1,1-1-1,0 0 0,1 0 0,0-1 1,0 1-1,1-1 0,-1 0 0,2 0 1,-1-1-1,1 0 0,0 0 0,0 0 1,1-1-1,-1 0 0,1 0 0,0-1 0,0 0 1,6 1 5,25 1-1969,-5-5-2538</inkml:trace>
  <inkml:trace contextRef="#ctx0" brushRef="#br0" timeOffset="6942.215">2647 252 7514,'0'0'2151,"0"0"-798,0 0-423,0 0-177,0 0-306,0 0-261,-4 1-113,-3 6-51,0 0 1,0 1 0,1 0-1,0 0 1,0 1-1,1-1 1,0 1 0,0 0-1,1 1 1,1-1-1,0 1 1,0 0 0,0 0-1,1-1 1,1 2-1,0-1 1,0 3-23,1 88 89,1-100-102,0 0-1,1-1 1,-1 0 0,0 1-1,1-1 1,-1 0-1,1 1 1,-1-1-1,1 0 1,-1 0-1,1 0 1,-1 0 0,1-1-1,-1 1 1,0 0-1,1 0 1,-1-1-1,1 1 1,-1-1-1,0 0 1,1 1 0,-1-1-1,0 0 1,0 0-1,0 1 1,1-1-1,-1 0 1,0 0 0,0-1-1,0 1 1,0 0-1,-1 0 1,1 0-1,0 0 1,0-1-1,-1 1 1,1 0 0,0-2 13,150-255-3177,-151 257 3198,0 0 1,1 0 0,-1 0-1,1 0 1,-1 0 0,1 0-1,-1 0 1,1 0-1,-1 0 1,1 1 0,0-1-1,0 0 1,-1 0 0,1 1-1,0-1 1,0 1 0,0-1-1,0 0 1,0 1-1,0 0 1,0-1 0,0 1-1,0-1 1,0 1 0,0 0-1,0 0 1,0 0-1,0 0 1,0 0 0,0 0-1,0 0 1,0 0 0,0 0-1,0 0 1,0 0-1,0 1 1,0-1 0,0 0-1,0 1 1,0-1 0,0 1-1,0-1 1,0 1-1,0-1 1,0 1 0,-1 0-1,1 0 1,0-1 0,0 1-1,-1 0 1,1 0-1,0 0 1,-1 0 0,1-1-1,-1 1 1,1 0 0,-1 1-22,12 65 1379,-11-55-1383,8 163 730,-9-175-727,0-1 0,0 1 0,0-1 0,0 1 0,0-1 1,0 1-1,0-1 0,0 1 0,1-1 0,-1 1 0,0-1 0,0 1 0,0-1 0,0 1 1,1-1-1,-1 1 0,0 0 0,0-1 0,1 1 0,-1-1 0,0 1 0,1 0 0,-1-1 1,0 1-1,1 0 0,-1 0 0,0-1 0,1 1 0,-1 0 0,1 0 0,-1-1 0,1 1 1,-1 0-1,1 0 0,-1 0 0,1 0 0,-1 0 0,0 0 0,1 0 0,-1 0 0,1 0 1,-1 0-1,1 0 0,-1 0 0,1 0 0,-1 0 0,1 0 0,-1 0 0,1 0 0,-1 1 1,1-1-1,-1 0 0,0 0 0,1 1 0,-1-1 0,1 0 0,-1 1 1,117-236-2778,-117 234 2789,1 1 0,-1-1-1,0 1 1,0-1 0,1 1-1,-1-1 1,0 1 0,1-1 0,-1 1-1,1-1 1,-1 1 0,0 0-1,1-1 1,-1 1 0,1 0-1,-1-1 1,1 1 0,-1 0 0,1 0-1,-1-1 1,1 1 0,0 0-1,-1 0 1,1 0 0,-1 0-1,1 0 1,0-1 0,-1 1 0,1 0-1,-1 1 1,1-1 0,0 0-1,-1 0 1,1 0 0,-1 0-1,1 0 1,-1 1 0,1-1 0,-1 0-1,1 0 1,-1 1 0,1-1-1,-1 0 1,1 1 0,-1-1-1,1 0 1,-1 1 0,1-1 0,-1 1-1,0-1 1,1 1 0,-1-1-1,0 1 1,0-1 0,1 1-1,-1-1 1,0 1 0,0 0 0,0-1-1,1 1 1,-1-1 0,0 1-1,0 0 1,0-1 0,0 1-1,0-1 1,0 1 0,0-1 0,-1 1-1,1 0-10,7 50 876,-6-47-866,2 208 1300,13-219-1341,27-47 80,-39 46-91,0 1-1,1-1 1,-1 1-1,2 0 1,-1 1-1,1-1 1,0 1-1,0 1 1,0-1-1,1 1 1,0 0-1,0 0 0,1 1 1,-1 0-1,1 0 1,0 1-1,0 0 1,0 0-1,0 1 1,6-1 42,-10 4 18,-1 0 1,0 0 0,0 1-1,0 0 1,0-1 0,0 1-1,-1 0 1,1 0 0,0 1-1,-1-1 1,1 1 0,-1-1-1,0 1 1,0 0 0,0-1-1,0 1 1,-1 0 0,1 0-1,-1 1 1,0-1-1,0 0 1,0 0 0,0 1-1,0-1 1,-1 0 0,1 1-1,-1-1 1,0 1 0,0-1-19,11 34 80,-9-36-102,0 0 0,0-1 0,0 1 0,1 0 0,-1-1-1,0 0 1,0 1 0,0-1 0,0 0 0,1 0 0,-1 0 0,0 0 0,0-1-1,0 1 1,1-1 0,-1 1 0,0-1 0,0 0 0,0 0 0,0 0 0,0 0-1,0 0 1,0 0 0,-1 0 0,1-1 0,0 1 0,-1-1 0,1 1 0,-1-1-1,1 0 1,-1 1 0,0-1 0,0 0 0,1 0 0,-1 0 0,-1 0-1,1 0 1,0 0 0,0 0 0,-1 0 0,1 0 0,-1-2 22,3 0-95,109-143-1529,-100 215 4607,-12 89-2936,0-117-1450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3:14:37.2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75 1 5777,'0'0'2361,"0"0"-1817,0 0-256,-15 189 232,15-108 232,0 7-56,0 13-304,0 1-160,0-3-152,0-8-80,-6-3-232,-3-32-888,-3-21-2000</inkml:trace>
  <inkml:trace contextRef="#ctx0" brushRef="#br0" timeOffset="1">0 452 8426,'0'0'1584,"0"0"-1456,0 0-32,0 0 72,176-10-168,-105-1-904,-3 3-4681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3:14:35.4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105 11 8042,'0'0'1513,"0"0"-862,0 0-464,-10 23 18,-54 165 685,52-118-405,3 1-1,3 0 1,3 0 0,3 21-485,0-87 13,0 1 1,0 0-1,1-1 0,-1 1 1,1-1-1,1 1 1,-1-1-1,1 1 0,-1-1 1,2 0-1,-1 0 1,0 0-1,1 0 0,0 0 1,0-1-1,1 1 1,-1-1-1,1 0 0,0 0 1,0 0-1,0 0 1,1-1-1,-1 0 0,1 0 1,0 0-1,0 0 1,0-1-1,0 0 0,0 0 1,1 0-1,-1 0 1,1-1-1,-1 0 0,1 0 1,-1-1-1,1 0 1,-1 0-1,1 0 0,0 0 1,-1-1-1,1 0 1,-1 0-1,1 0 0,-1-1-13,9-3 2,0 0-1,-1 0 1,0-2 0,0 0-1,0 0 1,-1-1-1,0 0 1,-1-1 0,0-1-1,0 0 1,-1 0-2,11-18-688,-20 2-2605,-3 16-1495</inkml:trace>
  <inkml:trace contextRef="#ctx0" brushRef="#br0" timeOffset="244.091">16 362 4945,'0'0'3033,"0"0"-2489,0 0-240,0 0 672,0 0 64,0 0-272,175 0-359,-133-6-305,-4 1 0,-5-6-104,-12-2-520,-9-3-849,-12 2-1711</inkml:trace>
  <inkml:trace contextRef="#ctx0" brushRef="#br0" timeOffset="414.472">87 108 6009,'0'0'2561,"0"0"-1953,0 0-272,0 0 384,0 0 48,0 0-280,178-32-400,-136 26-88,11 6-80,-5 0-1240,-12 0-1808</inkml:trace>
  <inkml:trace contextRef="#ctx0" brushRef="#br0" timeOffset="1034.137">536 386 6001,'0'0'1861,"0"0"-505,0 0-158,0 0-65,0 0-266,0 0-427,0 4-289,0 229 1361,18-264-1705,97-238-383,-115 270 571,0-1 0,-1 1 0,1-1 0,0 1 0,0-1 0,0 1 0,0-1 0,0 1 0,0-1 0,0 1 0,1 0 0,-1-1 0,0 1 0,0-1 0,0 1-1,0-1 1,1 1 0,-1-1 0,0 0 0,0 1 0,1-1 0,-1 1 0,0-1 0,1 0 0,-1 1 0,1-1 0,-1 1 0,0-1 0,1 0 0,-1 0 0,1 1 0,-1-1 0,1 0 0,-1 0 0,1 0 0,-1 1 0,1-1 0,-1 0 0,1 0 0,-1 0 0,1 0 0,-1 0 0,1 0 0,0 0 0,-1 0 0,1 0 0,-1 0 0,1 0 0,-1-1 0,1 1 0,-1 0 0,1 0 0,-1 0 0,1-1 0,-1 1 0,0 0 0,1-1 0,-1 1 0,1 0 0,-1-1 0,1 1 5,5 61 258,-6-56-245,6 230 439,12-227-783,68-158-877,-7 32 98,-78 117 1270,-1 38 1219,0 211-1837,1-238-1685,1-8-2048</inkml:trace>
  <inkml:trace contextRef="#ctx0" brushRef="#br0" timeOffset="1276.311">1055 346 4889,'0'0'4529,"0"0"-3585,0 0-528,0 0 240,0 0-119,0 0-201,0 171-144,0-129 0,0-7-128,0-5-56,0-6-16,9-16-56,-3-3-864,0-5-1849</inkml:trace>
  <inkml:trace contextRef="#ctx0" brushRef="#br0" timeOffset="1524.945">1073 1 7762,'0'0'1600,"0"0"-1600,0 0-1840,0 0 567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03:14:37.4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200 506 7706,'0'0'1264,"0"0"-944,0 0 224,0 0 176,-155 77-112,128-47-320,13 7-88,11 3 17,3-5-41,15 3-72,23-9-24,13-13-80,8-8-80,30-16-449,-12-21-1199,-11-11-2497</inkml:trace>
  <inkml:trace contextRef="#ctx0" brushRef="#br0" timeOffset="366.943">535 1 5513,'0'0'3301,"0"0"-2417,0 0-708,0 0 68,-3 29 183,-11 192 783,14 236 950,1-456-2167,-1 0 0,1 0 0,0-1 1,0 1-1,-1 0 0,1 0 0,0-1 0,0 1 0,0 0 1,0-1-1,0 1 0,0-1 0,0 1 0,0-1 0,0 0 1,0 1-1,0-1 0,0 0 0,1 0 0,-1 0 0,0 1 0,0-1 1,0 0-1,0-1 0,0 1 0,0 0 0,1 0 0,-1 0 1,0-1-1,0 1 0,0 0 0,0-1 0,0 1 0,0-1 1,0 0-1,0 1 0,0-1 0,0 0 0,-1 1 0,1-1 1,0 0-1,0 0 0,-1 0 0,1 0 0,0 0 0,-1 0 0,1 0 1,-1 0-1,1 0 0,-1 0 0,0 0 0,1 0 0,-1 0 1,0 0-1,0 0 0,0 0 0,1 0 0,-1-1 0,0 1 1,-1 0-1,1 0 0,0 0 7,16-26-47,-9 11-60,1 2 0,1-1 0,1 1 0,0 1 0,0 0 0,2 0 0,-1 1 0,1 0 0,7-4 107,-18 15 0,0 1-1,1-1 1,-1 0-1,0 0 1,0 1-1,0-1 1,0 1-1,1-1 1,-1 1-1,0-1 1,1 1-1,-1 0 1,0 0-1,1 0 1,-1 0-1,0 0 1,1 0-1,-1 0 1,0 0 0,1 0-1,-1 0 1,0 1-1,1-1 1,-1 1-1,0-1 1,0 1-1,1-1 1,-1 1-1,0 0 1,0-1-1,0 1 1,0 0-1,0 0 1,0 0-1,0 0 1,0 0-1,0 0 1,-1 0-1,1 0 1,0 1-1,-1-1 1,1 0-1,-1 0 1,1 0-1,-1 1 1,1-1-1,-1 0 1,0 1-1,0-1 1,0 0-1,1 1 1,-2 0 0,7 82 458,-6-75-456,0 133-1098,0-110-1762</inkml:trace>
  <inkml:trace contextRef="#ctx0" brushRef="#br0" timeOffset="1076.476">1061 434 6769,'0'0'2470,"0"0"-1097,0 0-375,0 0-29,0 0-305,-25 7-349,-80 27-179,102-32-124,-1-1 0,0 1 0,1 0 0,-1 1 0,1-1 0,0 0 1,-1 1-1,1 0 0,0 0 0,1 0 0,-1 0 0,1 0 0,-1 1 0,1-1 1,0 1-1,0-1 0,0 1 0,1 0 0,-1 0 0,1-1 0,0 2-12,-4 8 66,-16 131 378,22-141-463,1-1 0,0 1 0,0-1 0,0 0 1,1 0-1,-1 0 0,0 0 0,1-1 0,-1 1 0,1 0 1,-1-1-1,1 0 0,0 0 0,0 0 0,-1 0 0,1 0 1,0 0-1,0-1 0,0 1 0,0-1 0,0 0 0,0 0 0,0 0 1,0 0-1,0-1 0,0 1 0,0-1 0,0 0 0,0 1 1,-1-1-1,1-1 0,2 0 19,8-5-142,0 0-1,-1-2 1,0 1-1,0-1 1,-1-1-1,0 0 1,-1-1 0,0 0-1,0 0 1,-2-1-1,3-3 143,48-54-1212,-10 30 605,-41 73 1048,-23 195 1757,28-264-2610,2 0 0,1 2 0,2 0 1,1 0-1,1 2 0,2 1 0,12-13 412,-35 43 12,2-1 0,-1 0-1,0 1 1,0-1 0,0 0 0,0 1 0,0-1 0,0 1 0,1-1 0,-1 1-1,0-1 1,0 0 0,1 1 0,-1-1 0,0 1 0,1-1 0,-1 1 0,1-1-1,-1 1 1,1 0 0,-1-1 0,1 1 0,-1 0 0,1-1 0,-1 1 0,1 0-1,-1-1 1,1 1 0,0 0 0,-1 0 0,1 0 0,-1 0 0,1-1 0,0 1-1,-1 0 1,1 0 0,0 0 0,-1 0 0,1 0 0,-1 1 0,1-1 0,0 0-1,-1 0 1,1 0 0,-1 0 0,1 1 0,0-1 0,-1 0 0,1 1 0,-1-1-1,1 0 1,-1 1 0,1-1 0,-1 1 0,0-1 0,1 0 0,-1 1 0,1-1-1,-1 1 1,0 0 0,1-1 0,-1 1 0,0-1 0,0 1 0,1 0-12,-1 48 1921,-1-31-1863,-11 124 593,37-148-991,27-39 288,-48 39 18,2 1-1,-1-1 1,1 1 0,-1 0 0,1 0-1,1 1 1,-1-1 0,1 1-1,-1 1 1,1-1 0,0 1 0,1 1-1,-1-1 1,0 1 0,1 0-1,-1 1 1,8-1 34,-12 4 6,-1 0 0,0 0 0,0 1 0,0-1 0,-1 0 1,1 1-1,-1 0 0,1-1 0,-1 1 0,0 0 0,0-1 0,0 1 0,0 0 0,0 0 0,-1 0 0,1 0 0,-1 0 1,0 0-1,0 0 0,0 0 0,0 0 0,0 0 0,-1 0 0,1 0 0,-1 0 0,0 0 0,0 0-6,0 12 33,0 69-1922,-7-57-2366</inkml:trace>
  <inkml:trace contextRef="#ctx0" brushRef="#br0" timeOffset="1701.382">1819 386 9282,'0'0'1451,"0"0"-742,0 0-107,0 0 34,0 0-212,-28 11-164,-82 39-85,107-48-172,0 0 1,0 0-1,1 0 1,-1 1-1,0-1 1,1 1-1,0 0 1,-1-1-1,1 1 1,0 0-1,1 0 0,-1 0 1,0 1-1,1-1 1,0 0-1,0 1 1,0-1-1,0 0 1,0 1-1,1-1 1,0 1-1,-1 0 1,1-1-1,0 1 0,1-1 1,-1 1-1,1-1 1,-1 1-1,1-1 1,0 1-1,2 2-3,-2-2 2,2 3-9,0-1-1,1 1 1,0-1-1,1 0 0,-1 0 1,1 0-1,0-1 1,0 0-1,1 0 0,-1 0 1,1-1-1,1 1 1,-1-1-1,0-1 1,1 1-1,5 1 8,28 20-4,-29-17 10,-2 0 1,1 1 0,-1-1-1,-1 2 1,1-1-1,-2 1 1,1 1-1,-1-1 1,-1 1 0,0 1-1,-1-1 1,0 1-1,0 0 1,-1 0-1,-1 0 1,0 0 0,-1 1-1,0-1 1,-1 1-1,0 0 1,-1-1-1,-1 1 1,0 0-1,0-1 1,-1 1 0,-1 0-7,0-4 29,0 1 1,0-1 0,-1 0-1,0 0 1,-1 0 0,0 0-1,0-1 1,-1 0 0,0 0 0,0 0-1,-1-1 1,0 0 0,0 0-1,-1-1 1,0 0 0,0 0-1,0-1 1,-1 0 0,0 0-1,0-1 1,0 0 0,0-1 0,-1 0-1,1-1 1,-1 1 0,0-2-1,0 1 1,0-2 0,0 1-1,1-1 1,-1-1 0,0 1-1,0-2 1,-2 0-30,8 0-9,1-1-1,0 1 1,-1-1-1,1 0 1,0 1 0,0-2-1,1 1 1,-1 0-1,1 0 1,-1-1-1,1 0 1,0 1-1,0-1 1,1 0 0,-1 0-1,1 0 1,0 0-1,0 0 1,0 0-1,1 0 1,-1-1-1,1 1 1,0 0 0,0 0-1,0 0 1,1-1-1,0 1 1,-1 0-1,1 0 1,1 0-1,-1 0 1,1 0 0,-1 0-1,1 1 1,0-1-1,1 0 1,-1 1-1,3-3 10,9-7-10,1 2-1,0 0 0,1 0 0,0 1 0,0 1 0,1 1 0,1 1 0,-1 0 1,3 0 10,45-20-153,-50 20 134,21-7-407,-2-1-1,0-2 0,-1-1 1,-1-2-1,0-1 0,-2-1 1,0-2-1,-2-1 0,-1-1 1,15-18 426,-40 41 33,1 1 0,-1-1 0,0 1 0,0-1 0,0 1-1,0-1 1,-1 0 0,1 0 0,-1 0 0,0 0 0,0 0 0,0 0 0,0-1 0,0 1 0,-1 0 0,1 0 0,-1-1 0,0 1 0,0 0 0,0-1 0,0 1 0,-1 0 0,1 0 0,-1-1-1,0 1 1,0 0 0,0 0 0,0 0 0,-1 0 0,1 0 0,-1 0 0,0 0 0,0 1 0,0-1 0,0 0 0,0 1 0,-1 0 0,1 0 0,-1-1 0,1 1 0,-1 1 0,0-1 0,0 0 0,0 1-1,0-1 1,0 1 0,0 0 0,0 0 0,0 0 0,0 0 0,-1 1 0,1-1 0,0 1 0,-1 0 0,1 0 0,0 0 0,0 1 0,-1-1-33,-1-2 62,0 1-1,-1 0 1,1 0 0,0 0 0,-1 1-1,1-1 1,-1 1 0,1 0 0,-1 1-1,1 0 1,0-1 0,-1 2 0,1-1-1,0 1 1,0-1 0,0 1 0,0 1-1,0-1 1,0 1 0,1 0 0,-1 0-1,1 0 1,0 0 0,0 1 0,0 0-1,0 0 1,1 0 0,-1 0 0,1 1-1,0-1 1,0 1 0,1 0 0,-1 0-62,1 6 8,1 1 1,0 0 0,0-1-1,1 1 1,1 0 0,0-1 0,0 1-1,1-1 1,1 1 0,0-1-1,0 0 1,1 0 0,1 0 0,0 0-1,0-1 1,1 0 0,0 0-1,1 0 1,0-1 0,1 0 0,0-1-1,0 1 1,0-1 0,1-1-1,1 0 1,-1 0 0,1-1 0,6 3-9,119 38-2666,-94-45-2109</inkml:trace>
  <inkml:trace contextRef="#ctx0" brushRef="#br0" timeOffset="2018.109">2377 439 9898,'0'0'1102,"0"0"-601,0 0-321,0 0-64,0 0-53,5 29-15,18 94-16,-20-115-18,0 1 1,1 0-1,0-1 0,0 0 1,0 1-1,1-2 1,1 1-1,-1-1 0,1 1 1,0-2-1,1 1 1,0-1-1,3 3-14,21 22 144,-26-27-74,0 0 1,-1 1 0,0 0-1,0 0 1,0 0 0,-1 0-1,1 0 1,-1 1 0,-1-1-1,1 1 1,-1 0 0,0 0-1,0 0 1,-1 0 0,1 0 0,-1 1-1,-1-1 1,1 0 0,-1 0-1,0 1 1,-1-1 0,1 0-1,-1 0 1,0 1 0,-1-1-1,0 0 1,0 0 0,-1 1-71,-10 6 100,0-1 1,-1-1 0,-1 0-1,0 0 1,0-2-1,-1 0 1,0-1 0,-1 0-1,0-2 1,0 1 0,-1-2-101,-49 4-2,58-39-4115,9 1-5113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35DD7-FAF4-4F0F-B693-23744B629B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B6A1A2-8875-4A96-A2B8-323C049371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275EC3-6F70-478C-A290-51B746167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7CF9D-832E-4139-BCD8-7B7D495DCE5E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DE9F0F-0E03-472B-AC7C-1E0F08C84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092466-B10A-470B-A124-770F49F40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B601F-462F-4B46-AA1C-A3135D2F7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725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F4E67-5AFF-4A90-ABA6-35F6F6352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F7E1B-F671-4390-AFDE-A65DF9882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850CF7-A926-4171-BA80-9BD3689F1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7CF9D-832E-4139-BCD8-7B7D495DCE5E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F312B8-7658-4F2B-9725-50588EAF1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B533AD-8CE8-4BCA-8935-7C46BEBE1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B601F-462F-4B46-AA1C-A3135D2F7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438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7D173-4BF6-4A66-9B02-A56C2A744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B20369-B7F2-4FFC-8AAB-AA4A7E662B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EFFCF5-3AB3-4739-BB80-374ADAC79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7CF9D-832E-4139-BCD8-7B7D495DCE5E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200BEE-1166-4492-81AC-D1C611F1C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6C4450-644C-4AD2-9AAA-E7A9B0884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B601F-462F-4B46-AA1C-A3135D2F7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534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15E3D-52E7-432F-A070-876843EFB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657C95-AED8-4453-9AA4-3E26CE3DF4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3924F8-0F13-4A04-AEE3-6BEF89E443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DEB345-C35E-4725-809C-D628125D9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7CF9D-832E-4139-BCD8-7B7D495DCE5E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92E6B2-9D0F-4597-8260-597ABFBF3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399B2A-252C-4E32-9990-EEB091660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B601F-462F-4B46-AA1C-A3135D2F7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457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E59EE-833F-42AF-B956-88974836A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8D62C9-CF95-4CA5-9439-B8F0409B4D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E7B9CF-6687-46A7-BB98-3F6769A86A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D7304B-C39C-4673-A0B7-081719F86D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1CFE72-8AED-43D6-9909-9021C231FE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A8BAE3-C33A-4EA6-9E79-52864F4E2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7CF9D-832E-4139-BCD8-7B7D495DCE5E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E232A0-F3CB-4C4D-BC09-2B65C0AB9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4432DB-0ED5-4B66-91C9-A2D18DAB4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B601F-462F-4B46-AA1C-A3135D2F7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471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C0193-DD71-4905-983F-240D2D7E2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6B0A4F-D1D9-43DA-900B-61D24727C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7CF9D-832E-4139-BCD8-7B7D495DCE5E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84D775-8ACB-44DC-ACD3-C49918940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01FDAF-97A0-4D82-8DA3-652E657B2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B601F-462F-4B46-AA1C-A3135D2F7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7019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0929D8-D319-4919-AE9A-90610E4C1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7CF9D-832E-4139-BCD8-7B7D495DCE5E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981094-289C-438A-9E25-5D49D8760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BA4C7E-3851-4C46-B5E0-04E321310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B601F-462F-4B46-AA1C-A3135D2F7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0215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A07EB-45B4-4A58-9364-782549BDA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6327D6-C365-4FE2-88E6-E0905962D6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3C761A-BB94-412A-9A4D-62190296EE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FC1641-C4F1-43D1-92D7-98C354305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7CF9D-832E-4139-BCD8-7B7D495DCE5E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10C933-BF8D-4DD5-B6DA-8484833DD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240B21-F224-45C9-8430-4431AFC0D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B601F-462F-4B46-AA1C-A3135D2F7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0974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FCC94-85A4-4DFF-B65F-1058D4DD3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A0143C-302A-4466-95D1-6D7B4404BE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4432B2-DEB2-43B2-9AE5-1904E14678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9C9FBA-3A0D-46C4-B766-5436F064A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7CF9D-832E-4139-BCD8-7B7D495DCE5E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C55B4C-A521-4BB9-9368-FE8F3B246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96AAD1-6306-4ACF-804F-8F382C4B0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B601F-462F-4B46-AA1C-A3135D2F7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5550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16BB6-F2DD-4D26-8A34-6A98C67E4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1A1C13-6D47-4876-9337-448396C784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CB97F1-E5E4-4343-874F-F50624AD9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7CF9D-832E-4139-BCD8-7B7D495DCE5E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B98FA5-5443-4F9D-8B1F-333FE1502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9966A3-D74C-478E-AF3B-01B16409B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B601F-462F-4B46-AA1C-A3135D2F7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162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B83E2B-7608-4D85-9580-659911543E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DD2314-8CE5-4B62-8962-4C7A46600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626E26-B345-476C-849D-3ABFFA5A4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7CF9D-832E-4139-BCD8-7B7D495DCE5E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799658-1457-4918-BFE9-E04CE26CB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46F8EE-0CFA-4C33-9E1B-035231A38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B601F-462F-4B46-AA1C-A3135D2F7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825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331F0F-71FC-4F0C-BB1A-94C82FF3B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85BCAD-32E8-4B1C-8497-76DC97C770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7C56DF-F0F8-4095-B91F-5B2BAE50FF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F7CF9D-832E-4139-BCD8-7B7D495DCE5E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E7396B-EE80-4922-8737-059D29501B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7AF36F-2C4B-4C90-97D2-BBB472EBF4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8B601F-462F-4B46-AA1C-A3135D2F7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750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2.png"/><Relationship Id="rId117" Type="http://schemas.openxmlformats.org/officeDocument/2006/relationships/customXml" Target="../ink/ink55.xml"/><Relationship Id="rId21" Type="http://schemas.openxmlformats.org/officeDocument/2006/relationships/image" Target="../media/image10.png"/><Relationship Id="rId42" Type="http://schemas.openxmlformats.org/officeDocument/2006/relationships/image" Target="../media/image19.png"/><Relationship Id="rId63" Type="http://schemas.openxmlformats.org/officeDocument/2006/relationships/customXml" Target="../ink/ink28.xml"/><Relationship Id="rId68" Type="http://schemas.openxmlformats.org/officeDocument/2006/relationships/image" Target="../media/image29.png"/><Relationship Id="rId84" Type="http://schemas.openxmlformats.org/officeDocument/2006/relationships/image" Target="../media/image37.png"/><Relationship Id="rId89" Type="http://schemas.openxmlformats.org/officeDocument/2006/relationships/customXml" Target="../ink/ink41.xml"/><Relationship Id="rId112" Type="http://schemas.openxmlformats.org/officeDocument/2006/relationships/image" Target="../media/image49.png"/><Relationship Id="rId16" Type="http://schemas.openxmlformats.org/officeDocument/2006/relationships/customXml" Target="../ink/ink8.xml"/><Relationship Id="rId107" Type="http://schemas.openxmlformats.org/officeDocument/2006/relationships/customXml" Target="../ink/ink50.xml"/><Relationship Id="rId11" Type="http://schemas.openxmlformats.org/officeDocument/2006/relationships/image" Target="../media/image5.png"/><Relationship Id="rId32" Type="http://schemas.openxmlformats.org/officeDocument/2006/relationships/image" Target="../media/image15.png"/><Relationship Id="rId37" Type="http://schemas.openxmlformats.org/officeDocument/2006/relationships/image" Target="../media/image17.png"/><Relationship Id="rId58" Type="http://schemas.openxmlformats.org/officeDocument/2006/relationships/image" Target="../media/image23.png"/><Relationship Id="rId74" Type="http://schemas.openxmlformats.org/officeDocument/2006/relationships/image" Target="../media/image32.png"/><Relationship Id="rId79" Type="http://schemas.openxmlformats.org/officeDocument/2006/relationships/customXml" Target="../ink/ink36.xml"/><Relationship Id="rId102" Type="http://schemas.openxmlformats.org/officeDocument/2006/relationships/image" Target="../media/image46.png"/><Relationship Id="rId123" Type="http://schemas.openxmlformats.org/officeDocument/2006/relationships/customXml" Target="../ink/ink58.xml"/><Relationship Id="rId5" Type="http://schemas.openxmlformats.org/officeDocument/2006/relationships/image" Target="../media/image2.png"/><Relationship Id="rId90" Type="http://schemas.openxmlformats.org/officeDocument/2006/relationships/image" Target="../media/image40.png"/><Relationship Id="rId95" Type="http://schemas.openxmlformats.org/officeDocument/2006/relationships/customXml" Target="../ink/ink44.xml"/><Relationship Id="rId22" Type="http://schemas.openxmlformats.org/officeDocument/2006/relationships/customXml" Target="../ink/ink11.xml"/><Relationship Id="rId27" Type="http://schemas.openxmlformats.org/officeDocument/2006/relationships/customXml" Target="../ink/ink14.xml"/><Relationship Id="rId43" Type="http://schemas.openxmlformats.org/officeDocument/2006/relationships/customXml" Target="../ink/ink23.xml"/><Relationship Id="rId64" Type="http://schemas.openxmlformats.org/officeDocument/2006/relationships/image" Target="../media/image27.png"/><Relationship Id="rId69" Type="http://schemas.openxmlformats.org/officeDocument/2006/relationships/customXml" Target="../ink/ink31.xml"/><Relationship Id="rId113" Type="http://schemas.openxmlformats.org/officeDocument/2006/relationships/customXml" Target="../ink/ink53.xml"/><Relationship Id="rId118" Type="http://schemas.openxmlformats.org/officeDocument/2006/relationships/image" Target="../media/image52.png"/><Relationship Id="rId80" Type="http://schemas.openxmlformats.org/officeDocument/2006/relationships/image" Target="../media/image35.png"/><Relationship Id="rId85" Type="http://schemas.openxmlformats.org/officeDocument/2006/relationships/customXml" Target="../ink/ink39.xml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33" Type="http://schemas.openxmlformats.org/officeDocument/2006/relationships/customXml" Target="../ink/ink17.xml"/><Relationship Id="rId38" Type="http://schemas.openxmlformats.org/officeDocument/2006/relationships/customXml" Target="../ink/ink20.xml"/><Relationship Id="rId59" Type="http://schemas.openxmlformats.org/officeDocument/2006/relationships/customXml" Target="../ink/ink26.xml"/><Relationship Id="rId103" Type="http://schemas.openxmlformats.org/officeDocument/2006/relationships/customXml" Target="../ink/ink48.xml"/><Relationship Id="rId108" Type="http://schemas.openxmlformats.org/officeDocument/2006/relationships/image" Target="../media/image24.png"/><Relationship Id="rId124" Type="http://schemas.openxmlformats.org/officeDocument/2006/relationships/image" Target="../media/image55.png"/><Relationship Id="rId54" Type="http://schemas.openxmlformats.org/officeDocument/2006/relationships/image" Target="../media/image21.png"/><Relationship Id="rId70" Type="http://schemas.openxmlformats.org/officeDocument/2006/relationships/image" Target="../media/image30.png"/><Relationship Id="rId75" Type="http://schemas.openxmlformats.org/officeDocument/2006/relationships/customXml" Target="../ink/ink34.xml"/><Relationship Id="rId91" Type="http://schemas.openxmlformats.org/officeDocument/2006/relationships/customXml" Target="../ink/ink42.xml"/><Relationship Id="rId96" Type="http://schemas.openxmlformats.org/officeDocument/2006/relationships/image" Target="../media/image43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.xml"/><Relationship Id="rId15" Type="http://schemas.openxmlformats.org/officeDocument/2006/relationships/image" Target="../media/image7.png"/><Relationship Id="rId23" Type="http://schemas.openxmlformats.org/officeDocument/2006/relationships/customXml" Target="../ink/ink12.xml"/><Relationship Id="rId28" Type="http://schemas.openxmlformats.org/officeDocument/2006/relationships/image" Target="../media/image13.png"/><Relationship Id="rId36" Type="http://schemas.openxmlformats.org/officeDocument/2006/relationships/customXml" Target="../ink/ink19.xml"/><Relationship Id="rId106" Type="http://schemas.openxmlformats.org/officeDocument/2006/relationships/image" Target="../media/image22.png"/><Relationship Id="rId114" Type="http://schemas.openxmlformats.org/officeDocument/2006/relationships/image" Target="../media/image50.png"/><Relationship Id="rId119" Type="http://schemas.openxmlformats.org/officeDocument/2006/relationships/customXml" Target="../ink/ink56.xml"/><Relationship Id="rId10" Type="http://schemas.openxmlformats.org/officeDocument/2006/relationships/customXml" Target="../ink/ink5.xml"/><Relationship Id="rId31" Type="http://schemas.openxmlformats.org/officeDocument/2006/relationships/customXml" Target="../ink/ink16.xml"/><Relationship Id="rId44" Type="http://schemas.openxmlformats.org/officeDocument/2006/relationships/image" Target="../media/image20.png"/><Relationship Id="rId60" Type="http://schemas.openxmlformats.org/officeDocument/2006/relationships/image" Target="../media/image25.png"/><Relationship Id="rId65" Type="http://schemas.openxmlformats.org/officeDocument/2006/relationships/customXml" Target="../ink/ink29.xml"/><Relationship Id="rId73" Type="http://schemas.openxmlformats.org/officeDocument/2006/relationships/customXml" Target="../ink/ink33.xml"/><Relationship Id="rId78" Type="http://schemas.openxmlformats.org/officeDocument/2006/relationships/image" Target="../media/image34.png"/><Relationship Id="rId81" Type="http://schemas.openxmlformats.org/officeDocument/2006/relationships/customXml" Target="../ink/ink37.xml"/><Relationship Id="rId86" Type="http://schemas.openxmlformats.org/officeDocument/2006/relationships/image" Target="../media/image38.png"/><Relationship Id="rId94" Type="http://schemas.openxmlformats.org/officeDocument/2006/relationships/image" Target="../media/image42.png"/><Relationship Id="rId99" Type="http://schemas.openxmlformats.org/officeDocument/2006/relationships/customXml" Target="../ink/ink46.xml"/><Relationship Id="rId101" Type="http://schemas.openxmlformats.org/officeDocument/2006/relationships/customXml" Target="../ink/ink47.xml"/><Relationship Id="rId122" Type="http://schemas.openxmlformats.org/officeDocument/2006/relationships/image" Target="../media/image54.png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39" Type="http://schemas.openxmlformats.org/officeDocument/2006/relationships/customXml" Target="../ink/ink21.xml"/><Relationship Id="rId109" Type="http://schemas.openxmlformats.org/officeDocument/2006/relationships/customXml" Target="../ink/ink51.xml"/><Relationship Id="rId34" Type="http://schemas.openxmlformats.org/officeDocument/2006/relationships/customXml" Target="../ink/ink18.xml"/><Relationship Id="rId55" Type="http://schemas.openxmlformats.org/officeDocument/2006/relationships/customXml" Target="../ink/ink25.xml"/><Relationship Id="rId76" Type="http://schemas.openxmlformats.org/officeDocument/2006/relationships/image" Target="../media/image33.png"/><Relationship Id="rId97" Type="http://schemas.openxmlformats.org/officeDocument/2006/relationships/customXml" Target="../ink/ink45.xml"/><Relationship Id="rId104" Type="http://schemas.openxmlformats.org/officeDocument/2006/relationships/image" Target="../media/image47.png"/><Relationship Id="rId120" Type="http://schemas.openxmlformats.org/officeDocument/2006/relationships/image" Target="../media/image53.png"/><Relationship Id="rId7" Type="http://schemas.openxmlformats.org/officeDocument/2006/relationships/image" Target="../media/image3.png"/><Relationship Id="rId71" Type="http://schemas.openxmlformats.org/officeDocument/2006/relationships/customXml" Target="../ink/ink32.xml"/><Relationship Id="rId92" Type="http://schemas.openxmlformats.org/officeDocument/2006/relationships/image" Target="../media/image41.png"/><Relationship Id="rId2" Type="http://schemas.openxmlformats.org/officeDocument/2006/relationships/customXml" Target="../ink/ink1.xml"/><Relationship Id="rId29" Type="http://schemas.openxmlformats.org/officeDocument/2006/relationships/customXml" Target="../ink/ink15.xml"/><Relationship Id="rId24" Type="http://schemas.openxmlformats.org/officeDocument/2006/relationships/image" Target="../media/image11.png"/><Relationship Id="rId40" Type="http://schemas.openxmlformats.org/officeDocument/2006/relationships/image" Target="../media/image18.png"/><Relationship Id="rId45" Type="http://schemas.openxmlformats.org/officeDocument/2006/relationships/customXml" Target="../ink/ink24.xml"/><Relationship Id="rId66" Type="http://schemas.openxmlformats.org/officeDocument/2006/relationships/image" Target="../media/image28.png"/><Relationship Id="rId87" Type="http://schemas.openxmlformats.org/officeDocument/2006/relationships/customXml" Target="../ink/ink40.xml"/><Relationship Id="rId110" Type="http://schemas.openxmlformats.org/officeDocument/2006/relationships/image" Target="../media/image48.png"/><Relationship Id="rId115" Type="http://schemas.openxmlformats.org/officeDocument/2006/relationships/customXml" Target="../ink/ink54.xml"/><Relationship Id="rId61" Type="http://schemas.openxmlformats.org/officeDocument/2006/relationships/customXml" Target="../ink/ink27.xml"/><Relationship Id="rId82" Type="http://schemas.openxmlformats.org/officeDocument/2006/relationships/image" Target="../media/image36.png"/><Relationship Id="rId19" Type="http://schemas.openxmlformats.org/officeDocument/2006/relationships/image" Target="../media/image9.png"/><Relationship Id="rId14" Type="http://schemas.openxmlformats.org/officeDocument/2006/relationships/customXml" Target="../ink/ink7.xml"/><Relationship Id="rId30" Type="http://schemas.openxmlformats.org/officeDocument/2006/relationships/image" Target="../media/image14.png"/><Relationship Id="rId35" Type="http://schemas.openxmlformats.org/officeDocument/2006/relationships/image" Target="../media/image16.png"/><Relationship Id="rId77" Type="http://schemas.openxmlformats.org/officeDocument/2006/relationships/customXml" Target="../ink/ink35.xml"/><Relationship Id="rId100" Type="http://schemas.openxmlformats.org/officeDocument/2006/relationships/image" Target="../media/image45.png"/><Relationship Id="rId105" Type="http://schemas.openxmlformats.org/officeDocument/2006/relationships/customXml" Target="../ink/ink49.xml"/><Relationship Id="rId8" Type="http://schemas.openxmlformats.org/officeDocument/2006/relationships/customXml" Target="../ink/ink4.xml"/><Relationship Id="rId72" Type="http://schemas.openxmlformats.org/officeDocument/2006/relationships/image" Target="../media/image31.png"/><Relationship Id="rId93" Type="http://schemas.openxmlformats.org/officeDocument/2006/relationships/customXml" Target="../ink/ink43.xml"/><Relationship Id="rId98" Type="http://schemas.openxmlformats.org/officeDocument/2006/relationships/image" Target="../media/image44.png"/><Relationship Id="rId121" Type="http://schemas.openxmlformats.org/officeDocument/2006/relationships/customXml" Target="../ink/ink57.xml"/><Relationship Id="rId3" Type="http://schemas.openxmlformats.org/officeDocument/2006/relationships/image" Target="../media/image1.png"/><Relationship Id="rId25" Type="http://schemas.openxmlformats.org/officeDocument/2006/relationships/customXml" Target="../ink/ink13.xml"/><Relationship Id="rId67" Type="http://schemas.openxmlformats.org/officeDocument/2006/relationships/customXml" Target="../ink/ink30.xml"/><Relationship Id="rId116" Type="http://schemas.openxmlformats.org/officeDocument/2006/relationships/image" Target="../media/image51.png"/><Relationship Id="rId20" Type="http://schemas.openxmlformats.org/officeDocument/2006/relationships/customXml" Target="../ink/ink10.xml"/><Relationship Id="rId41" Type="http://schemas.openxmlformats.org/officeDocument/2006/relationships/customXml" Target="../ink/ink22.xml"/><Relationship Id="rId62" Type="http://schemas.openxmlformats.org/officeDocument/2006/relationships/image" Target="../media/image26.png"/><Relationship Id="rId83" Type="http://schemas.openxmlformats.org/officeDocument/2006/relationships/customXml" Target="../ink/ink38.xml"/><Relationship Id="rId88" Type="http://schemas.openxmlformats.org/officeDocument/2006/relationships/image" Target="../media/image39.png"/><Relationship Id="rId111" Type="http://schemas.openxmlformats.org/officeDocument/2006/relationships/customXml" Target="../ink/ink5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F7FE35E6-3454-4928-A3F8-A2DD317DF7A9}"/>
                  </a:ext>
                </a:extLst>
              </p14:cNvPr>
              <p14:cNvContentPartPr/>
              <p14:nvPr/>
            </p14:nvContentPartPr>
            <p14:xfrm>
              <a:off x="472533" y="233333"/>
              <a:ext cx="797400" cy="4723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F7FE35E6-3454-4928-A3F8-A2DD317DF7A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4885" y="215680"/>
                <a:ext cx="833056" cy="50798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315123F2-241B-4B17-B0AA-8B9B030620FB}"/>
                  </a:ext>
                </a:extLst>
              </p14:cNvPr>
              <p14:cNvContentPartPr/>
              <p14:nvPr/>
            </p14:nvContentPartPr>
            <p14:xfrm>
              <a:off x="1835133" y="225773"/>
              <a:ext cx="1411920" cy="38556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315123F2-241B-4B17-B0AA-8B9B030620F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17133" y="207773"/>
                <a:ext cx="1447560" cy="42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627A79F2-AA74-4811-A855-BE89A6A08D30}"/>
                  </a:ext>
                </a:extLst>
              </p14:cNvPr>
              <p14:cNvContentPartPr/>
              <p14:nvPr/>
            </p14:nvContentPartPr>
            <p14:xfrm>
              <a:off x="1351653" y="344933"/>
              <a:ext cx="9000" cy="3888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627A79F2-AA74-4811-A855-BE89A6A08D3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334013" y="327293"/>
                <a:ext cx="44640" cy="7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C61A3BCC-1EC9-4DBE-AD9B-9925D0F113A7}"/>
                  </a:ext>
                </a:extLst>
              </p14:cNvPr>
              <p14:cNvContentPartPr/>
              <p14:nvPr/>
            </p14:nvContentPartPr>
            <p14:xfrm>
              <a:off x="1348413" y="619253"/>
              <a:ext cx="360" cy="36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C61A3BCC-1EC9-4DBE-AD9B-9925D0F113A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330773" y="601613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83E78F2B-7C64-4A73-9A83-CA6DE5B43581}"/>
                  </a:ext>
                </a:extLst>
              </p14:cNvPr>
              <p14:cNvContentPartPr/>
              <p14:nvPr/>
            </p14:nvContentPartPr>
            <p14:xfrm>
              <a:off x="2726853" y="740573"/>
              <a:ext cx="573480" cy="32076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83E78F2B-7C64-4A73-9A83-CA6DE5B4358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709213" y="722933"/>
                <a:ext cx="609120" cy="35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F8EA1338-CEF3-4684-9977-9A3CF43F8475}"/>
                  </a:ext>
                </a:extLst>
              </p14:cNvPr>
              <p14:cNvContentPartPr/>
              <p14:nvPr/>
            </p14:nvContentPartPr>
            <p14:xfrm>
              <a:off x="2011533" y="891773"/>
              <a:ext cx="605520" cy="18504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F8EA1338-CEF3-4684-9977-9A3CF43F847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993544" y="873773"/>
                <a:ext cx="641139" cy="22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D7D752D9-0340-4CAD-A37D-7023AE6C3997}"/>
                  </a:ext>
                </a:extLst>
              </p14:cNvPr>
              <p14:cNvContentPartPr/>
              <p14:nvPr/>
            </p14:nvContentPartPr>
            <p14:xfrm>
              <a:off x="3589053" y="111293"/>
              <a:ext cx="3746160" cy="95652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D7D752D9-0340-4CAD-A37D-7023AE6C399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571055" y="93293"/>
                <a:ext cx="3781797" cy="99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4C46DC38-8A26-43E6-A491-B019749A5815}"/>
                  </a:ext>
                </a:extLst>
              </p14:cNvPr>
              <p14:cNvContentPartPr/>
              <p14:nvPr/>
            </p14:nvContentPartPr>
            <p14:xfrm>
              <a:off x="3711813" y="1194893"/>
              <a:ext cx="765000" cy="38160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4C46DC38-8A26-43E6-A491-B019749A5815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694173" y="1176893"/>
                <a:ext cx="800640" cy="41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4F0789FC-EB6D-47EB-9CE0-A94A6F78B400}"/>
                  </a:ext>
                </a:extLst>
              </p14:cNvPr>
              <p14:cNvContentPartPr/>
              <p14:nvPr/>
            </p14:nvContentPartPr>
            <p14:xfrm>
              <a:off x="2079933" y="1195973"/>
              <a:ext cx="1438560" cy="32112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4F0789FC-EB6D-47EB-9CE0-A94A6F78B400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062293" y="1178333"/>
                <a:ext cx="1474200" cy="35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44C70C9A-292C-438A-9257-FB3377C058AF}"/>
                  </a:ext>
                </a:extLst>
              </p14:cNvPr>
              <p14:cNvContentPartPr/>
              <p14:nvPr/>
            </p14:nvContentPartPr>
            <p14:xfrm>
              <a:off x="4761213" y="1367693"/>
              <a:ext cx="33120" cy="13068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44C70C9A-292C-438A-9257-FB3377C058AF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743573" y="1350053"/>
                <a:ext cx="68760" cy="16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2DD527A9-C97C-40D5-9D7E-96F6CEE40DC7}"/>
                  </a:ext>
                </a:extLst>
              </p14:cNvPr>
              <p14:cNvContentPartPr/>
              <p14:nvPr/>
            </p14:nvContentPartPr>
            <p14:xfrm>
              <a:off x="4789653" y="1229453"/>
              <a:ext cx="360" cy="36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2DD527A9-C97C-40D5-9D7E-96F6CEE40DC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772013" y="1211813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B0849965-BB81-4D5F-90EE-C3704A47C63E}"/>
                  </a:ext>
                </a:extLst>
              </p14:cNvPr>
              <p14:cNvContentPartPr/>
              <p14:nvPr/>
            </p14:nvContentPartPr>
            <p14:xfrm>
              <a:off x="4950213" y="1370933"/>
              <a:ext cx="190800" cy="110160"/>
            </p14:xfrm>
          </p:contentPart>
        </mc:Choice>
        <mc:Fallback xmlns=""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B0849965-BB81-4D5F-90EE-C3704A47C63E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4932573" y="1353293"/>
                <a:ext cx="226440" cy="1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77DC0144-09AB-4944-902D-9F1F8B30784B}"/>
                  </a:ext>
                </a:extLst>
              </p14:cNvPr>
              <p14:cNvContentPartPr/>
              <p14:nvPr/>
            </p14:nvContentPartPr>
            <p14:xfrm>
              <a:off x="7087893" y="1179413"/>
              <a:ext cx="423000" cy="403920"/>
            </p14:xfrm>
          </p:contentPart>
        </mc:Choice>
        <mc:Fallback xmlns=""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77DC0144-09AB-4944-902D-9F1F8B30784B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7070238" y="1161773"/>
                <a:ext cx="458670" cy="43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87899467-98EB-431C-8A97-3F0A095E4BDE}"/>
                  </a:ext>
                </a:extLst>
              </p14:cNvPr>
              <p14:cNvContentPartPr/>
              <p14:nvPr/>
            </p14:nvContentPartPr>
            <p14:xfrm>
              <a:off x="5557173" y="1197413"/>
              <a:ext cx="1427760" cy="381960"/>
            </p14:xfrm>
          </p:contentPart>
        </mc:Choice>
        <mc:Fallback xmlns=""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87899467-98EB-431C-8A97-3F0A095E4BDE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5539178" y="1179756"/>
                <a:ext cx="1463391" cy="41763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BD7EC153-9B6D-47E2-A841-07E4C84FA492}"/>
                  </a:ext>
                </a:extLst>
              </p14:cNvPr>
              <p14:cNvContentPartPr/>
              <p14:nvPr/>
            </p14:nvContentPartPr>
            <p14:xfrm>
              <a:off x="685293" y="832013"/>
              <a:ext cx="1079640" cy="125244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BD7EC153-9B6D-47E2-A841-07E4C84FA492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667293" y="814013"/>
                <a:ext cx="1115280" cy="128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888D60C2-920A-4E63-9599-C23518CD0306}"/>
                  </a:ext>
                </a:extLst>
              </p14:cNvPr>
              <p14:cNvContentPartPr/>
              <p14:nvPr/>
            </p14:nvContentPartPr>
            <p14:xfrm>
              <a:off x="3581493" y="1903373"/>
              <a:ext cx="24840" cy="173520"/>
            </p14:xfrm>
          </p:contentPart>
        </mc:Choice>
        <mc:Fallback xmlns=""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888D60C2-920A-4E63-9599-C23518CD0306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3563493" y="1885373"/>
                <a:ext cx="60480" cy="20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DEE58BFE-B728-4E8C-9607-F7A456186144}"/>
                  </a:ext>
                </a:extLst>
              </p14:cNvPr>
              <p14:cNvContentPartPr/>
              <p14:nvPr/>
            </p14:nvContentPartPr>
            <p14:xfrm>
              <a:off x="3583653" y="1744253"/>
              <a:ext cx="360" cy="360"/>
            </p14:xfrm>
          </p:contentPart>
        </mc:Choice>
        <mc:Fallback xmlns=""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DEE58BFE-B728-4E8C-9607-F7A45618614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565653" y="1726613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8A528D18-B31B-437D-BCE6-57A1678BDE0B}"/>
                  </a:ext>
                </a:extLst>
              </p14:cNvPr>
              <p14:cNvContentPartPr/>
              <p14:nvPr/>
            </p14:nvContentPartPr>
            <p14:xfrm>
              <a:off x="2477013" y="1817693"/>
              <a:ext cx="1018440" cy="213840"/>
            </p14:xfrm>
          </p:contentPart>
        </mc:Choice>
        <mc:Fallback xmlns=""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8A528D18-B31B-437D-BCE6-57A1678BDE0B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062653" y="1695293"/>
                <a:ext cx="1450440" cy="43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208422A7-A454-4850-95BB-6CD0AA71B441}"/>
                  </a:ext>
                </a:extLst>
              </p14:cNvPr>
              <p14:cNvContentPartPr/>
              <p14:nvPr/>
            </p14:nvContentPartPr>
            <p14:xfrm>
              <a:off x="3942573" y="1859093"/>
              <a:ext cx="640080" cy="235080"/>
            </p14:xfrm>
          </p:contentPart>
        </mc:Choice>
        <mc:Fallback xmlns=""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208422A7-A454-4850-95BB-6CD0AA71B441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924573" y="1841093"/>
                <a:ext cx="675720" cy="27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4033AF42-9393-4F1F-A67D-89700DAF2AF1}"/>
                  </a:ext>
                </a:extLst>
              </p14:cNvPr>
              <p14:cNvContentPartPr/>
              <p14:nvPr/>
            </p14:nvContentPartPr>
            <p14:xfrm>
              <a:off x="6248373" y="1797173"/>
              <a:ext cx="360" cy="360"/>
            </p14:xfrm>
          </p:contentPart>
        </mc:Choice>
        <mc:Fallback xmlns=""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4033AF42-9393-4F1F-A67D-89700DAF2AF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230733" y="1779533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EA8326AA-FC80-41C3-B6D1-D0ED56858C43}"/>
                  </a:ext>
                </a:extLst>
              </p14:cNvPr>
              <p14:cNvContentPartPr/>
              <p14:nvPr/>
            </p14:nvContentPartPr>
            <p14:xfrm>
              <a:off x="5926533" y="1851173"/>
              <a:ext cx="299520" cy="245520"/>
            </p14:xfrm>
          </p:contentPart>
        </mc:Choice>
        <mc:Fallback xmlns=""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EA8326AA-FC80-41C3-B6D1-D0ED56858C43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5908555" y="1833559"/>
                <a:ext cx="335117" cy="2811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679DE1DC-2AD8-4EAE-9681-0ED31129B98D}"/>
                  </a:ext>
                </a:extLst>
              </p14:cNvPr>
              <p14:cNvContentPartPr/>
              <p14:nvPr/>
            </p14:nvContentPartPr>
            <p14:xfrm>
              <a:off x="5399133" y="1847573"/>
              <a:ext cx="399960" cy="195480"/>
            </p14:xfrm>
          </p:contentPart>
        </mc:Choice>
        <mc:Fallback xmlns=""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679DE1DC-2AD8-4EAE-9681-0ED31129B98D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4966773" y="1636613"/>
                <a:ext cx="850320" cy="44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9AAEADA9-C01B-4438-8439-EA74B28311FA}"/>
                  </a:ext>
                </a:extLst>
              </p14:cNvPr>
              <p14:cNvContentPartPr/>
              <p14:nvPr/>
            </p14:nvContentPartPr>
            <p14:xfrm>
              <a:off x="818133" y="2429333"/>
              <a:ext cx="10847520" cy="3772440"/>
            </p14:xfrm>
          </p:contentPart>
        </mc:Choice>
        <mc:Fallback xmlns=""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9AAEADA9-C01B-4438-8439-EA74B28311FA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800133" y="2411333"/>
                <a:ext cx="10883160" cy="380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B22C9BD5-34C7-41DB-BDAE-193D8199C6D8}"/>
                  </a:ext>
                </a:extLst>
              </p14:cNvPr>
              <p14:cNvContentPartPr/>
              <p14:nvPr/>
            </p14:nvContentPartPr>
            <p14:xfrm>
              <a:off x="1626333" y="3395933"/>
              <a:ext cx="9389880" cy="333036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B22C9BD5-34C7-41DB-BDAE-193D8199C6D8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1111893" y="3206573"/>
                <a:ext cx="11049120" cy="36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E93AE42-99FB-41A6-8ACB-D00EBCACB097}"/>
                  </a:ext>
                </a:extLst>
              </p14:cNvPr>
              <p14:cNvContentPartPr/>
              <p14:nvPr/>
            </p14:nvContentPartPr>
            <p14:xfrm>
              <a:off x="4139493" y="5956973"/>
              <a:ext cx="383760" cy="3877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E93AE42-99FB-41A6-8ACB-D00EBCACB097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4121853" y="5939333"/>
                <a:ext cx="419400" cy="42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F27BA1C7-AEE8-4954-B5E8-C387C29A136E}"/>
                  </a:ext>
                </a:extLst>
              </p14:cNvPr>
              <p14:cNvContentPartPr/>
              <p14:nvPr/>
            </p14:nvContentPartPr>
            <p14:xfrm>
              <a:off x="8121813" y="5378453"/>
              <a:ext cx="527040" cy="4932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F27BA1C7-AEE8-4954-B5E8-C387C29A136E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8103813" y="5360453"/>
                <a:ext cx="562680" cy="52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C879B01C-C5E3-47B4-BFA8-0CBD5E11E32E}"/>
                  </a:ext>
                </a:extLst>
              </p14:cNvPr>
              <p14:cNvContentPartPr/>
              <p14:nvPr/>
            </p14:nvContentPartPr>
            <p14:xfrm>
              <a:off x="5828253" y="6273413"/>
              <a:ext cx="571320" cy="42084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C879B01C-C5E3-47B4-BFA8-0CBD5E11E32E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5810253" y="6255758"/>
                <a:ext cx="606960" cy="45651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D44E09BD-9E13-4339-BA88-5061030AF7F8}"/>
                  </a:ext>
                </a:extLst>
              </p14:cNvPr>
              <p14:cNvContentPartPr/>
              <p14:nvPr/>
            </p14:nvContentPartPr>
            <p14:xfrm>
              <a:off x="9074733" y="5886053"/>
              <a:ext cx="966960" cy="30708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D44E09BD-9E13-4339-BA88-5061030AF7F8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9056740" y="5868392"/>
                <a:ext cx="1002587" cy="34276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0FDEF460-9A23-4678-B372-B07E7C555062}"/>
                  </a:ext>
                </a:extLst>
              </p14:cNvPr>
              <p14:cNvContentPartPr/>
              <p14:nvPr/>
            </p14:nvContentPartPr>
            <p14:xfrm>
              <a:off x="10259133" y="5902973"/>
              <a:ext cx="297360" cy="27108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0FDEF460-9A23-4678-B372-B07E7C555062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10241472" y="5884973"/>
                <a:ext cx="333043" cy="30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9D3D6E70-46C5-4CD5-97D6-A0DB1D80B8AB}"/>
                  </a:ext>
                </a:extLst>
              </p14:cNvPr>
              <p14:cNvContentPartPr/>
              <p14:nvPr/>
            </p14:nvContentPartPr>
            <p14:xfrm>
              <a:off x="1664133" y="1855133"/>
              <a:ext cx="55800" cy="4752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9D3D6E70-46C5-4CD5-97D6-A0DB1D80B8AB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1646493" y="1837133"/>
                <a:ext cx="91440" cy="8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285BF7ED-D51A-4427-8BF9-9157C1AEC852}"/>
                  </a:ext>
                </a:extLst>
              </p14:cNvPr>
              <p14:cNvContentPartPr/>
              <p14:nvPr/>
            </p14:nvContentPartPr>
            <p14:xfrm>
              <a:off x="2164533" y="1726253"/>
              <a:ext cx="100800" cy="8388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285BF7ED-D51A-4427-8BF9-9157C1AEC852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2146533" y="1708330"/>
                <a:ext cx="136440" cy="11936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6262AB05-6BB2-4A07-B734-C03B6A1D63BD}"/>
                  </a:ext>
                </a:extLst>
              </p14:cNvPr>
              <p14:cNvContentPartPr/>
              <p14:nvPr/>
            </p14:nvContentPartPr>
            <p14:xfrm>
              <a:off x="3841413" y="1760813"/>
              <a:ext cx="130680" cy="10692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6262AB05-6BB2-4A07-B734-C03B6A1D63BD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3823413" y="1742873"/>
                <a:ext cx="166320" cy="14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33C2FDBE-AEB4-497E-87A5-A328700F376F}"/>
                  </a:ext>
                </a:extLst>
              </p14:cNvPr>
              <p14:cNvContentPartPr/>
              <p14:nvPr/>
            </p14:nvContentPartPr>
            <p14:xfrm>
              <a:off x="5168373" y="1875293"/>
              <a:ext cx="171360" cy="18792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33C2FDBE-AEB4-497E-87A5-A328700F376F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5150733" y="1857293"/>
                <a:ext cx="207000" cy="22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0390208D-019B-4A44-9CAD-F152192BBE23}"/>
                  </a:ext>
                </a:extLst>
              </p14:cNvPr>
              <p14:cNvContentPartPr/>
              <p14:nvPr/>
            </p14:nvContentPartPr>
            <p14:xfrm>
              <a:off x="5034813" y="1698173"/>
              <a:ext cx="166320" cy="13284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0390208D-019B-4A44-9CAD-F152192BBE23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5016774" y="1680533"/>
                <a:ext cx="202037" cy="16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C2FA30E0-D254-4614-BBF6-4F525FC702D2}"/>
                  </a:ext>
                </a:extLst>
              </p14:cNvPr>
              <p14:cNvContentPartPr/>
              <p14:nvPr/>
            </p14:nvContentPartPr>
            <p14:xfrm>
              <a:off x="6275373" y="1790693"/>
              <a:ext cx="146880" cy="16704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C2FA30E0-D254-4614-BBF6-4F525FC702D2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6257373" y="1772654"/>
                <a:ext cx="182520" cy="20275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BFECE3AD-94A6-4B48-B7B5-42AC22D6316A}"/>
                  </a:ext>
                </a:extLst>
              </p14:cNvPr>
              <p14:cNvContentPartPr/>
              <p14:nvPr/>
            </p14:nvContentPartPr>
            <p14:xfrm>
              <a:off x="2017653" y="3931973"/>
              <a:ext cx="159840" cy="8388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BFECE3AD-94A6-4B48-B7B5-42AC22D6316A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1999693" y="3914408"/>
                <a:ext cx="195400" cy="11936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9B39B1E4-676E-45E1-B8A9-5B9F6E0FD6A9}"/>
                  </a:ext>
                </a:extLst>
              </p14:cNvPr>
              <p14:cNvContentPartPr/>
              <p14:nvPr/>
            </p14:nvContentPartPr>
            <p14:xfrm>
              <a:off x="3081813" y="3494213"/>
              <a:ext cx="360" cy="36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9B39B1E4-676E-45E1-B8A9-5B9F6E0FD6A9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3064173" y="3476213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A44CEB39-D441-4656-B44F-39CD47E1E0CB}"/>
                  </a:ext>
                </a:extLst>
              </p14:cNvPr>
              <p14:cNvContentPartPr/>
              <p14:nvPr/>
            </p14:nvContentPartPr>
            <p14:xfrm>
              <a:off x="3274053" y="3377573"/>
              <a:ext cx="94680" cy="14760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A44CEB39-D441-4656-B44F-39CD47E1E0CB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3256413" y="3359933"/>
                <a:ext cx="130320" cy="18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5F02C8B3-FEE7-4FF8-9469-B5FF8029FEE0}"/>
                  </a:ext>
                </a:extLst>
              </p14:cNvPr>
              <p14:cNvContentPartPr/>
              <p14:nvPr/>
            </p14:nvContentPartPr>
            <p14:xfrm>
              <a:off x="2369733" y="3611573"/>
              <a:ext cx="737280" cy="37764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5F02C8B3-FEE7-4FF8-9469-B5FF8029FEE0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2352093" y="3593573"/>
                <a:ext cx="772920" cy="41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92369B37-9C3C-4DD9-8489-A57C48931F0A}"/>
                  </a:ext>
                </a:extLst>
              </p14:cNvPr>
              <p14:cNvContentPartPr/>
              <p14:nvPr/>
            </p14:nvContentPartPr>
            <p14:xfrm>
              <a:off x="8841813" y="3112973"/>
              <a:ext cx="1066680" cy="36432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92369B37-9C3C-4DD9-8489-A57C48931F0A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8823813" y="3094973"/>
                <a:ext cx="1102320" cy="39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FFE2F18F-4446-4DC7-A10F-20A1FA771292}"/>
                  </a:ext>
                </a:extLst>
              </p14:cNvPr>
              <p14:cNvContentPartPr/>
              <p14:nvPr/>
            </p14:nvContentPartPr>
            <p14:xfrm>
              <a:off x="1002453" y="5494013"/>
              <a:ext cx="545400" cy="9828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FFE2F18F-4446-4DC7-A10F-20A1FA771292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984813" y="5476013"/>
                <a:ext cx="581040" cy="13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E153C075-E595-4E9A-BD35-957474B03D3C}"/>
                  </a:ext>
                </a:extLst>
              </p14:cNvPr>
              <p14:cNvContentPartPr/>
              <p14:nvPr/>
            </p14:nvContentPartPr>
            <p14:xfrm>
              <a:off x="1026573" y="5691293"/>
              <a:ext cx="541440" cy="7164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E153C075-E595-4E9A-BD35-957474B03D3C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1008933" y="5673653"/>
                <a:ext cx="577080" cy="10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B90F211F-17E8-4542-B311-0654EDB157AA}"/>
                  </a:ext>
                </a:extLst>
              </p14:cNvPr>
              <p14:cNvContentPartPr/>
              <p14:nvPr/>
            </p14:nvContentPartPr>
            <p14:xfrm>
              <a:off x="10722813" y="5006933"/>
              <a:ext cx="524520" cy="6624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B90F211F-17E8-4542-B311-0654EDB157AA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10705173" y="4989293"/>
                <a:ext cx="560160" cy="10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70764C28-9CE4-40DC-B1F9-84B5AD9288A9}"/>
                  </a:ext>
                </a:extLst>
              </p14:cNvPr>
              <p14:cNvContentPartPr/>
              <p14:nvPr/>
            </p14:nvContentPartPr>
            <p14:xfrm>
              <a:off x="10684293" y="5193773"/>
              <a:ext cx="647280" cy="5292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70764C28-9CE4-40DC-B1F9-84B5AD9288A9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10666653" y="5175773"/>
                <a:ext cx="682920" cy="8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CE1953B6-2D85-4C6B-A7F1-1A51A00D6C79}"/>
                  </a:ext>
                </a:extLst>
              </p14:cNvPr>
              <p14:cNvContentPartPr/>
              <p14:nvPr/>
            </p14:nvContentPartPr>
            <p14:xfrm>
              <a:off x="596733" y="658853"/>
              <a:ext cx="666360" cy="2232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CE1953B6-2D85-4C6B-A7F1-1A51A00D6C79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578733" y="640853"/>
                <a:ext cx="702000" cy="5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F1249B50-D4C7-448D-8E50-F9C50A0C51BC}"/>
                  </a:ext>
                </a:extLst>
              </p14:cNvPr>
              <p14:cNvContentPartPr/>
              <p14:nvPr/>
            </p14:nvContentPartPr>
            <p14:xfrm>
              <a:off x="622293" y="1172573"/>
              <a:ext cx="787680" cy="7488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F1249B50-D4C7-448D-8E50-F9C50A0C51BC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604293" y="1154933"/>
                <a:ext cx="823320" cy="11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E21C9339-EFF3-461F-B4CE-F4F657195950}"/>
                  </a:ext>
                </a:extLst>
              </p14:cNvPr>
              <p14:cNvContentPartPr/>
              <p14:nvPr/>
            </p14:nvContentPartPr>
            <p14:xfrm>
              <a:off x="584853" y="1631933"/>
              <a:ext cx="864360" cy="3888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E21C9339-EFF3-461F-B4CE-F4F657195950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567213" y="1613933"/>
                <a:ext cx="900000" cy="7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6C8BC696-9C0D-4522-B6C6-E4F43FA7F2D2}"/>
                  </a:ext>
                </a:extLst>
              </p14:cNvPr>
              <p14:cNvContentPartPr/>
              <p14:nvPr/>
            </p14:nvContentPartPr>
            <p14:xfrm>
              <a:off x="247893" y="1793573"/>
              <a:ext cx="1264680" cy="50184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6C8BC696-9C0D-4522-B6C6-E4F43FA7F2D2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230248" y="1775573"/>
                <a:ext cx="1300330" cy="53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5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635872B2-ABBB-4A92-884A-3CE0DA23C54B}"/>
                  </a:ext>
                </a:extLst>
              </p14:cNvPr>
              <p14:cNvContentPartPr/>
              <p14:nvPr/>
            </p14:nvContentPartPr>
            <p14:xfrm>
              <a:off x="8746773" y="5230133"/>
              <a:ext cx="1708920" cy="54396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635872B2-ABBB-4A92-884A-3CE0DA23C54B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8728773" y="5212493"/>
                <a:ext cx="1744560" cy="57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7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CE080BC9-CFA7-4D95-BBC7-8EAB4F3AF7D6}"/>
                  </a:ext>
                </a:extLst>
              </p14:cNvPr>
              <p14:cNvContentPartPr/>
              <p14:nvPr/>
            </p14:nvContentPartPr>
            <p14:xfrm>
              <a:off x="5158653" y="6630893"/>
              <a:ext cx="1008720" cy="18576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CE080BC9-CFA7-4D95-BBC7-8EAB4F3AF7D6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5141013" y="6613253"/>
                <a:ext cx="1044360" cy="22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9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7C272B96-9825-4B80-9262-854D6104C2C2}"/>
                  </a:ext>
                </a:extLst>
              </p14:cNvPr>
              <p14:cNvContentPartPr/>
              <p14:nvPr/>
            </p14:nvContentPartPr>
            <p14:xfrm>
              <a:off x="11615973" y="5725133"/>
              <a:ext cx="65520" cy="11376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7C272B96-9825-4B80-9262-854D6104C2C2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11597973" y="5707133"/>
                <a:ext cx="101160" cy="14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1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B515351B-A0FC-4362-8B4C-9B3C634D4E8A}"/>
                  </a:ext>
                </a:extLst>
              </p14:cNvPr>
              <p14:cNvContentPartPr/>
              <p14:nvPr/>
            </p14:nvContentPartPr>
            <p14:xfrm>
              <a:off x="10704813" y="5612453"/>
              <a:ext cx="768960" cy="42444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B515351B-A0FC-4362-8B4C-9B3C634D4E8A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10686813" y="5594468"/>
                <a:ext cx="804600" cy="4600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3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CC5D172E-F686-4431-8AEF-3D77428ADDA7}"/>
                  </a:ext>
                </a:extLst>
              </p14:cNvPr>
              <p14:cNvContentPartPr/>
              <p14:nvPr/>
            </p14:nvContentPartPr>
            <p14:xfrm>
              <a:off x="8331693" y="6376373"/>
              <a:ext cx="36720" cy="11880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CC5D172E-F686-4431-8AEF-3D77428ADDA7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8313693" y="6358733"/>
                <a:ext cx="7236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5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F4147306-B981-4810-86E8-85209D697896}"/>
                  </a:ext>
                </a:extLst>
              </p14:cNvPr>
              <p14:cNvContentPartPr/>
              <p14:nvPr/>
            </p14:nvContentPartPr>
            <p14:xfrm>
              <a:off x="7485693" y="6394013"/>
              <a:ext cx="713520" cy="330120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F4147306-B981-4810-86E8-85209D697896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7468053" y="6376033"/>
                <a:ext cx="749160" cy="36572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7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CF50D4B3-7195-44A5-A059-2D4503390276}"/>
                  </a:ext>
                </a:extLst>
              </p14:cNvPr>
              <p14:cNvContentPartPr/>
              <p14:nvPr/>
            </p14:nvContentPartPr>
            <p14:xfrm>
              <a:off x="8473893" y="6383213"/>
              <a:ext cx="1250640" cy="230400"/>
            </p14:xfrm>
          </p:contentPart>
        </mc:Choice>
        <mc:Fallback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CF50D4B3-7195-44A5-A059-2D4503390276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8456253" y="6365573"/>
                <a:ext cx="1286280" cy="26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9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CC8A2E21-9380-461F-94F0-3FC70810B7C2}"/>
                  </a:ext>
                </a:extLst>
              </p14:cNvPr>
              <p14:cNvContentPartPr/>
              <p14:nvPr/>
            </p14:nvContentPartPr>
            <p14:xfrm>
              <a:off x="10551813" y="6233093"/>
              <a:ext cx="113760" cy="335160"/>
            </p14:xfrm>
          </p:contentPart>
        </mc:Choice>
        <mc:Fallback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CC8A2E21-9380-461F-94F0-3FC70810B7C2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10533813" y="6215453"/>
                <a:ext cx="149400" cy="37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1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2E15942E-A74A-4D7D-A68C-C4BA1E1D56C8}"/>
                  </a:ext>
                </a:extLst>
              </p14:cNvPr>
              <p14:cNvContentPartPr/>
              <p14:nvPr/>
            </p14:nvContentPartPr>
            <p14:xfrm>
              <a:off x="10058613" y="6283133"/>
              <a:ext cx="387720" cy="264600"/>
            </p14:xfrm>
          </p:contentPart>
        </mc:Choice>
        <mc:Fallback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2E15942E-A74A-4D7D-A68C-C4BA1E1D56C8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10040973" y="6265493"/>
                <a:ext cx="423360" cy="30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3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6247EDD8-7B0A-4647-8304-429FFCB49681}"/>
                  </a:ext>
                </a:extLst>
              </p14:cNvPr>
              <p14:cNvContentPartPr/>
              <p14:nvPr/>
            </p14:nvContentPartPr>
            <p14:xfrm>
              <a:off x="10759173" y="6188813"/>
              <a:ext cx="922320" cy="411840"/>
            </p14:xfrm>
          </p:contentPart>
        </mc:Choice>
        <mc:Fallback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6247EDD8-7B0A-4647-8304-429FFCB49681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10741533" y="6171173"/>
                <a:ext cx="957960" cy="447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955691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AS-LAB1</dc:creator>
  <cp:lastModifiedBy>AS-LAB1</cp:lastModifiedBy>
  <cp:revision>8</cp:revision>
  <dcterms:created xsi:type="dcterms:W3CDTF">2026-02-21T07:11:31Z</dcterms:created>
  <dcterms:modified xsi:type="dcterms:W3CDTF">2026-02-24T04:54:33Z</dcterms:modified>
</cp:coreProperties>
</file>